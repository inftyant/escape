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48C8E"/>
    <a:srgbClr val="A48586"/>
    <a:srgbClr val="684C44"/>
    <a:srgbClr val="5B4039"/>
    <a:srgbClr val="E7CBBF"/>
    <a:srgbClr val="F3E3E9"/>
    <a:srgbClr val="BC9698"/>
    <a:srgbClr val="A58F8F"/>
    <a:srgbClr val="685A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F4FE0-706F-4521-AE30-DF21B14D1D0A}" type="datetimeFigureOut">
              <a:rPr lang="ko-KR" altLang="en-US" smtClean="0"/>
              <a:t>2025.02.23 (Sun)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80C69-4F01-472D-A19F-C9D0D5020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208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80C69-4F01-472D-A19F-C9D0D50201D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76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87656-1E52-64D3-C801-C039D3136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C3C35D-60DD-A20E-66AF-869C9ACB8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B6B6E-D543-7AD3-C454-6BA240EA1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E5B8-3DD7-4E23-921F-80C1A44825BF}" type="datetimeFigureOut">
              <a:rPr lang="ko-KR" altLang="en-US" smtClean="0"/>
              <a:t>2025.02.23 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BDC826-3B98-CA7C-0D90-08584303A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4BD26E-91F7-4EDF-5A7A-98E4D048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DE4A-2E85-4BDF-865B-68B4DA7624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21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B66DA-CA08-B817-107D-6A54D0BC6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6193FE-09B0-BB53-6D65-0F2455C1F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1771F8-B36A-7442-3DA1-2EFC36B3B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E5B8-3DD7-4E23-921F-80C1A44825BF}" type="datetimeFigureOut">
              <a:rPr lang="ko-KR" altLang="en-US" smtClean="0"/>
              <a:t>2025.02.23 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171A91-327C-4F74-46E8-12DB286A1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33D29A-3557-6EA3-4C08-93486E912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DE4A-2E85-4BDF-865B-68B4DA7624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016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0F82F-2F28-353B-D489-38290F5C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CA03D0-92A3-BBFD-6933-B273135FE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EE04A6-AA11-9D1F-B100-013F6783B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E5B8-3DD7-4E23-921F-80C1A44825BF}" type="datetimeFigureOut">
              <a:rPr lang="ko-KR" altLang="en-US" smtClean="0"/>
              <a:t>2025.02.23 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A9A0A-AAEA-77E1-9F2C-F2D416D53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A5DCDB-E67F-61B1-33CF-8E108800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DE4A-2E85-4BDF-865B-68B4DA7624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1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77F72-0C22-2BA2-AF9E-AB9398309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BD9D2B-0E9A-788A-24A9-E9723003D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DDDDCE-F137-CB51-8623-3E8E6D7FC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8A846B-2447-C66B-338B-ADBB3855B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E5B8-3DD7-4E23-921F-80C1A44825BF}" type="datetimeFigureOut">
              <a:rPr lang="ko-KR" altLang="en-US" smtClean="0"/>
              <a:t>2025.02.23 (Sun)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5AFA37-85A5-466A-F9A0-43D97A089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4E7AF5-6ECF-9783-F5F8-1D817319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DE4A-2E85-4BDF-865B-68B4DA7624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64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52F87-23C5-DD36-E290-1E429FAE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72DF78-9EF8-9821-686E-912BEE442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577230-428A-B1D7-8BE9-30715CD33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9D2C13-154B-B506-1DE0-60FDD741A7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2684D9-824B-642E-C626-70BA4DEBA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3705C67-090D-8104-B6DE-80A2AC1F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E5B8-3DD7-4E23-921F-80C1A44825BF}" type="datetimeFigureOut">
              <a:rPr lang="ko-KR" altLang="en-US" smtClean="0"/>
              <a:t>2025.02.23 (Sun)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19774D5-8EC1-AE06-AED0-79E8F974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63773D4-C47B-E589-8694-AD1056CA3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DE4A-2E85-4BDF-865B-68B4DA7624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436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2A04EA-633A-AB47-BFBE-83156F41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7A55232-4AE4-8E1C-B3B7-4A0CE7C21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E5B8-3DD7-4E23-921F-80C1A44825BF}" type="datetimeFigureOut">
              <a:rPr lang="ko-KR" altLang="en-US" smtClean="0"/>
              <a:t>2025.02.23 (Sun)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DFC360-4E0A-F89E-0D5B-CF198735B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9B3B06-D4BC-F0BE-B673-D285F903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DE4A-2E85-4BDF-865B-68B4DA7624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085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99219A-EA43-B539-AFE8-A31B4175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E5B8-3DD7-4E23-921F-80C1A44825BF}" type="datetimeFigureOut">
              <a:rPr lang="ko-KR" altLang="en-US" smtClean="0"/>
              <a:t>2025.02.23 (Sun)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C09D97-7479-DC72-D36E-95344F278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E8CB8E-904E-3963-321C-F6A7D205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DE4A-2E85-4BDF-865B-68B4DA7624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22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46C3B-CC25-0B29-1271-3A1D1E85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C57D3B-C0FB-F339-076E-4F94724BF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46C0E0-1C67-1CC5-6584-0AE08BEE8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7E754F-B85A-4425-1F99-A83D3295D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E5B8-3DD7-4E23-921F-80C1A44825BF}" type="datetimeFigureOut">
              <a:rPr lang="ko-KR" altLang="en-US" smtClean="0"/>
              <a:t>2025.02.23 (Sun)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1F8246-CE82-F14D-A94A-886ADC866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B8BA6F-302C-A012-9074-8B824C73C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DE4A-2E85-4BDF-865B-68B4DA7624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4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0DCC3-5CEB-7D8E-A433-4576C0F7E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8CC548-67B6-F2EF-73BC-26A8DCABC5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416875-F1B0-D4D2-16BF-138D36191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69FA4E-0063-1A1C-E785-B4E2B7325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E5B8-3DD7-4E23-921F-80C1A44825BF}" type="datetimeFigureOut">
              <a:rPr lang="ko-KR" altLang="en-US" smtClean="0"/>
              <a:t>2025.02.23 (Sun)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901959-6025-BA1B-4A3C-0C00CAFE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D1D18D-4618-9F06-FDBA-DE06CFF84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DE4A-2E85-4BDF-865B-68B4DA7624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637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5348AF-1B3D-D570-EB57-1B100963D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12E323-D44B-D870-36D8-DE9846D52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0C7FB-955D-02C9-F4E5-E21D34E3E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E5B8-3DD7-4E23-921F-80C1A44825BF}" type="datetimeFigureOut">
              <a:rPr lang="ko-KR" altLang="en-US" smtClean="0"/>
              <a:t>2025.02.23 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EA5ACA-EF08-B958-503C-49BA27E8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A0A0A5-51FD-140C-65FE-FAD5A8C8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DE4A-2E85-4BDF-865B-68B4DA7624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91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925089B-7258-06D2-0E85-A7819CE8C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350AA5-C6BC-F3D0-8A03-6AEB9F166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743233-844F-432F-CB75-9C58F61A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E5B8-3DD7-4E23-921F-80C1A44825BF}" type="datetimeFigureOut">
              <a:rPr lang="ko-KR" altLang="en-US" smtClean="0"/>
              <a:t>2025.02.23 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D933A2-9AF1-26C9-600B-170128BAD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F5DC8-FFB7-94F3-92DB-BDB6F85B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DE4A-2E85-4BDF-865B-68B4DA7624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92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BCD4AE-62FE-A528-8FD9-88EE2E496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D39AB7-646C-5A75-BA46-251EDFD8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4B9341-DB72-FDAB-68CE-8AECD62271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9E5B8-3DD7-4E23-921F-80C1A44825BF}" type="datetimeFigureOut">
              <a:rPr lang="ko-KR" altLang="en-US" smtClean="0"/>
              <a:t>2025.02.23 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FF9A47-1FA8-6B33-948B-59213DBC1C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B9FDD7-5CA0-25E0-1973-1F006C767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FDE4A-2E85-4BDF-865B-68B4DA7624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946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업로드한 이미지">
            <a:extLst>
              <a:ext uri="{FF2B5EF4-FFF2-40B4-BE49-F238E27FC236}">
                <a16:creationId xmlns:a16="http://schemas.microsoft.com/office/drawing/2014/main" id="{62CAA51D-3F50-C48D-9279-F86A9DBB8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142" y="-1"/>
            <a:ext cx="2824740" cy="6862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9E1E30-A90B-2D31-3C32-8D6BB678B3AB}"/>
              </a:ext>
            </a:extLst>
          </p:cNvPr>
          <p:cNvSpPr/>
          <p:nvPr/>
        </p:nvSpPr>
        <p:spPr>
          <a:xfrm>
            <a:off x="7884103" y="6509147"/>
            <a:ext cx="1647825" cy="2821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825859"/>
                </a:solidFill>
              </a:rPr>
              <a:t>#825859</a:t>
            </a:r>
            <a:endParaRPr lang="ko-KR" altLang="en-US" dirty="0">
              <a:solidFill>
                <a:srgbClr val="825859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9FC1E8-78D8-719E-37A7-5EDF17C10BCD}"/>
              </a:ext>
            </a:extLst>
          </p:cNvPr>
          <p:cNvSpPr/>
          <p:nvPr/>
        </p:nvSpPr>
        <p:spPr>
          <a:xfrm>
            <a:off x="8488940" y="6170403"/>
            <a:ext cx="1647825" cy="2976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6C272B"/>
                </a:solidFill>
              </a:rPr>
              <a:t>#6C272B</a:t>
            </a:r>
            <a:endParaRPr lang="ko-KR" altLang="en-US" dirty="0">
              <a:solidFill>
                <a:srgbClr val="6C272B"/>
              </a:solidFill>
            </a:endParaRP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B617FDA6-432A-5757-5662-C68EDAD748F3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6707188" y="5824538"/>
            <a:ext cx="1781752" cy="494704"/>
          </a:xfrm>
          <a:prstGeom prst="bentConnector3">
            <a:avLst>
              <a:gd name="adj1" fmla="val 5588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0CB06AD-CACA-C219-93A7-714653307AB3}"/>
              </a:ext>
            </a:extLst>
          </p:cNvPr>
          <p:cNvSpPr/>
          <p:nvPr/>
        </p:nvSpPr>
        <p:spPr>
          <a:xfrm>
            <a:off x="8488940" y="5838218"/>
            <a:ext cx="1647825" cy="2625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6C272B"/>
                </a:solidFill>
              </a:rPr>
              <a:t>#311B32</a:t>
            </a:r>
            <a:endParaRPr lang="ko-KR" altLang="en-US" dirty="0">
              <a:solidFill>
                <a:srgbClr val="6C272B"/>
              </a:solidFill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3AE6E671-442D-8876-CC82-23E31C87C3C6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6716422" y="5206001"/>
            <a:ext cx="1772518" cy="763484"/>
          </a:xfrm>
          <a:prstGeom prst="bentConnector3">
            <a:avLst>
              <a:gd name="adj1" fmla="val 56986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77BCA1D-467C-04E5-1C32-323FDC7A33C7}"/>
              </a:ext>
            </a:extLst>
          </p:cNvPr>
          <p:cNvSpPr/>
          <p:nvPr/>
        </p:nvSpPr>
        <p:spPr>
          <a:xfrm>
            <a:off x="8488939" y="5501876"/>
            <a:ext cx="1647825" cy="2685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3E2852"/>
                </a:solidFill>
              </a:rPr>
              <a:t>#3E2852</a:t>
            </a:r>
            <a:endParaRPr lang="ko-KR" altLang="en-US" dirty="0">
              <a:solidFill>
                <a:srgbClr val="3E2852"/>
              </a:solidFill>
            </a:endParaRP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89E46C4E-B0D4-CC4E-125D-38F2B8BE1BBF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6712528" y="4870837"/>
            <a:ext cx="1776411" cy="765308"/>
          </a:xfrm>
          <a:prstGeom prst="bentConnector3">
            <a:avLst>
              <a:gd name="adj1" fmla="val 58579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F21BFDA-E96C-E335-E29F-A99D5DD45852}"/>
              </a:ext>
            </a:extLst>
          </p:cNvPr>
          <p:cNvSpPr/>
          <p:nvPr/>
        </p:nvSpPr>
        <p:spPr>
          <a:xfrm>
            <a:off x="8488938" y="5152119"/>
            <a:ext cx="1647825" cy="2976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615EB1"/>
                </a:solidFill>
              </a:rPr>
              <a:t>#615EB1</a:t>
            </a:r>
            <a:endParaRPr lang="ko-KR" altLang="en-US" dirty="0">
              <a:solidFill>
                <a:srgbClr val="615EB1"/>
              </a:solidFill>
            </a:endParaRPr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5489482E-CBDD-166C-5FF4-8E66D3AF9B54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6664325" y="4695826"/>
            <a:ext cx="1824613" cy="605125"/>
          </a:xfrm>
          <a:prstGeom prst="bentConnector3">
            <a:avLst>
              <a:gd name="adj1" fmla="val 61746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DE9E4AD3-8DC8-AD77-2813-25240FA5B6FC}"/>
              </a:ext>
            </a:extLst>
          </p:cNvPr>
          <p:cNvCxnSpPr>
            <a:cxnSpLocks/>
          </p:cNvCxnSpPr>
          <p:nvPr/>
        </p:nvCxnSpPr>
        <p:spPr>
          <a:xfrm>
            <a:off x="6707188" y="5930489"/>
            <a:ext cx="1176337" cy="754884"/>
          </a:xfrm>
          <a:prstGeom prst="bentConnector3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DF778A5-6ECD-F6B1-303E-4F22C698E36F}"/>
              </a:ext>
            </a:extLst>
          </p:cNvPr>
          <p:cNvSpPr/>
          <p:nvPr/>
        </p:nvSpPr>
        <p:spPr>
          <a:xfrm>
            <a:off x="8478259" y="4870807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46407D"/>
                </a:solidFill>
              </a:rPr>
              <a:t>#46407D</a:t>
            </a:r>
            <a:endParaRPr lang="ko-KR" altLang="en-US" dirty="0">
              <a:solidFill>
                <a:srgbClr val="46407D"/>
              </a:solidFill>
            </a:endParaRPr>
          </a:p>
        </p:txBody>
      </p: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ACD7C2FA-1A1C-D94D-F856-B6282DEBCFAA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6731000" y="4649379"/>
            <a:ext cx="1747259" cy="344295"/>
          </a:xfrm>
          <a:prstGeom prst="bentConnector3">
            <a:avLst>
              <a:gd name="adj1" fmla="val 62266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38" name="직사각형 1037">
            <a:extLst>
              <a:ext uri="{FF2B5EF4-FFF2-40B4-BE49-F238E27FC236}">
                <a16:creationId xmlns:a16="http://schemas.microsoft.com/office/drawing/2014/main" id="{E125AF69-4E9A-36E7-8B41-53B468201FF9}"/>
              </a:ext>
            </a:extLst>
          </p:cNvPr>
          <p:cNvSpPr/>
          <p:nvPr/>
        </p:nvSpPr>
        <p:spPr>
          <a:xfrm>
            <a:off x="8478258" y="4584007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2E1C2C"/>
                </a:solidFill>
              </a:rPr>
              <a:t>#2E1C2C</a:t>
            </a:r>
            <a:endParaRPr lang="ko-KR" altLang="en-US" dirty="0">
              <a:solidFill>
                <a:srgbClr val="2E1C2C"/>
              </a:solidFill>
            </a:endParaRPr>
          </a:p>
        </p:txBody>
      </p:sp>
      <p:cxnSp>
        <p:nvCxnSpPr>
          <p:cNvPr id="1040" name="연결선: 꺾임 1039">
            <a:extLst>
              <a:ext uri="{FF2B5EF4-FFF2-40B4-BE49-F238E27FC236}">
                <a16:creationId xmlns:a16="http://schemas.microsoft.com/office/drawing/2014/main" id="{A88B105A-106D-4A2A-7952-4AEAB9647CF1}"/>
              </a:ext>
            </a:extLst>
          </p:cNvPr>
          <p:cNvCxnSpPr>
            <a:cxnSpLocks/>
            <a:endCxn id="1038" idx="1"/>
          </p:cNvCxnSpPr>
          <p:nvPr/>
        </p:nvCxnSpPr>
        <p:spPr>
          <a:xfrm>
            <a:off x="6730999" y="4613860"/>
            <a:ext cx="1747259" cy="93014"/>
          </a:xfrm>
          <a:prstGeom prst="bentConnector3">
            <a:avLst>
              <a:gd name="adj1" fmla="val 63992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44" name="직사각형 1043">
            <a:extLst>
              <a:ext uri="{FF2B5EF4-FFF2-40B4-BE49-F238E27FC236}">
                <a16:creationId xmlns:a16="http://schemas.microsoft.com/office/drawing/2014/main" id="{23E698CA-2227-5282-ADEC-68EF8CC343F6}"/>
              </a:ext>
            </a:extLst>
          </p:cNvPr>
          <p:cNvSpPr/>
          <p:nvPr/>
        </p:nvSpPr>
        <p:spPr>
          <a:xfrm>
            <a:off x="8478257" y="4301088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302"/>
                </a:solidFill>
              </a:rPr>
              <a:t>#000000</a:t>
            </a:r>
            <a:endParaRPr lang="ko-KR" altLang="en-US" dirty="0">
              <a:solidFill>
                <a:srgbClr val="000302"/>
              </a:solidFill>
            </a:endParaRPr>
          </a:p>
        </p:txBody>
      </p:sp>
      <p:cxnSp>
        <p:nvCxnSpPr>
          <p:cNvPr id="1046" name="연결선: 꺾임 1045">
            <a:extLst>
              <a:ext uri="{FF2B5EF4-FFF2-40B4-BE49-F238E27FC236}">
                <a16:creationId xmlns:a16="http://schemas.microsoft.com/office/drawing/2014/main" id="{792E0AF9-1D31-6B4D-7594-4307C8C9A095}"/>
              </a:ext>
            </a:extLst>
          </p:cNvPr>
          <p:cNvCxnSpPr>
            <a:endCxn id="1044" idx="1"/>
          </p:cNvCxnSpPr>
          <p:nvPr/>
        </p:nvCxnSpPr>
        <p:spPr>
          <a:xfrm flipV="1">
            <a:off x="6918325" y="4423955"/>
            <a:ext cx="1559932" cy="122867"/>
          </a:xfrm>
          <a:prstGeom prst="bentConnector3">
            <a:avLst>
              <a:gd name="adj1" fmla="val 98441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47" name="직사각형 1046">
            <a:extLst>
              <a:ext uri="{FF2B5EF4-FFF2-40B4-BE49-F238E27FC236}">
                <a16:creationId xmlns:a16="http://schemas.microsoft.com/office/drawing/2014/main" id="{88DBE334-E74B-0FFE-8E4E-26564D00124B}"/>
              </a:ext>
            </a:extLst>
          </p:cNvPr>
          <p:cNvSpPr/>
          <p:nvPr/>
        </p:nvSpPr>
        <p:spPr>
          <a:xfrm>
            <a:off x="8478256" y="4010639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542D1C"/>
                </a:solidFill>
              </a:rPr>
              <a:t>#542D1C</a:t>
            </a:r>
            <a:endParaRPr lang="ko-KR" altLang="en-US" dirty="0">
              <a:solidFill>
                <a:srgbClr val="542D1C"/>
              </a:solidFill>
            </a:endParaRPr>
          </a:p>
        </p:txBody>
      </p:sp>
      <p:cxnSp>
        <p:nvCxnSpPr>
          <p:cNvPr id="1049" name="연결선: 꺾임 1048">
            <a:extLst>
              <a:ext uri="{FF2B5EF4-FFF2-40B4-BE49-F238E27FC236}">
                <a16:creationId xmlns:a16="http://schemas.microsoft.com/office/drawing/2014/main" id="{A6E0760C-A5D4-AAD2-23CC-3491DB79E4F1}"/>
              </a:ext>
            </a:extLst>
          </p:cNvPr>
          <p:cNvCxnSpPr>
            <a:endCxn id="1047" idx="1"/>
          </p:cNvCxnSpPr>
          <p:nvPr/>
        </p:nvCxnSpPr>
        <p:spPr>
          <a:xfrm flipV="1">
            <a:off x="7169150" y="4133506"/>
            <a:ext cx="1309106" cy="351882"/>
          </a:xfrm>
          <a:prstGeom prst="bentConnector3">
            <a:avLst>
              <a:gd name="adj1" fmla="val 9583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53" name="직사각형 1052">
            <a:extLst>
              <a:ext uri="{FF2B5EF4-FFF2-40B4-BE49-F238E27FC236}">
                <a16:creationId xmlns:a16="http://schemas.microsoft.com/office/drawing/2014/main" id="{E571963B-C68C-25AB-AF89-121EA1144C99}"/>
              </a:ext>
            </a:extLst>
          </p:cNvPr>
          <p:cNvSpPr/>
          <p:nvPr/>
        </p:nvSpPr>
        <p:spPr>
          <a:xfrm>
            <a:off x="8478255" y="3727720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7E5757"/>
                </a:solidFill>
              </a:rPr>
              <a:t>#7E5757</a:t>
            </a:r>
            <a:endParaRPr lang="ko-KR" altLang="en-US" dirty="0">
              <a:solidFill>
                <a:srgbClr val="7E5757"/>
              </a:solidFill>
            </a:endParaRPr>
          </a:p>
        </p:txBody>
      </p:sp>
      <p:cxnSp>
        <p:nvCxnSpPr>
          <p:cNvPr id="1054" name="연결선: 꺾임 1053">
            <a:extLst>
              <a:ext uri="{FF2B5EF4-FFF2-40B4-BE49-F238E27FC236}">
                <a16:creationId xmlns:a16="http://schemas.microsoft.com/office/drawing/2014/main" id="{7B115BD1-1025-0B85-FE99-06BB07E2C4B4}"/>
              </a:ext>
            </a:extLst>
          </p:cNvPr>
          <p:cNvCxnSpPr>
            <a:cxnSpLocks/>
          </p:cNvCxnSpPr>
          <p:nvPr/>
        </p:nvCxnSpPr>
        <p:spPr>
          <a:xfrm flipV="1">
            <a:off x="7219950" y="3858615"/>
            <a:ext cx="1258304" cy="526228"/>
          </a:xfrm>
          <a:prstGeom prst="bentConnector3">
            <a:avLst>
              <a:gd name="adj1" fmla="val 92643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58" name="직사각형 1057">
            <a:extLst>
              <a:ext uri="{FF2B5EF4-FFF2-40B4-BE49-F238E27FC236}">
                <a16:creationId xmlns:a16="http://schemas.microsoft.com/office/drawing/2014/main" id="{8C46B0CD-BEB0-5A10-68C6-D175350E0A8B}"/>
              </a:ext>
            </a:extLst>
          </p:cNvPr>
          <p:cNvSpPr/>
          <p:nvPr/>
        </p:nvSpPr>
        <p:spPr>
          <a:xfrm>
            <a:off x="8478254" y="3444801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96716A"/>
                </a:solidFill>
              </a:rPr>
              <a:t>#96716A</a:t>
            </a:r>
            <a:endParaRPr lang="ko-KR" altLang="en-US" dirty="0">
              <a:solidFill>
                <a:srgbClr val="96716A"/>
              </a:solidFill>
            </a:endParaRPr>
          </a:p>
        </p:txBody>
      </p:sp>
      <p:cxnSp>
        <p:nvCxnSpPr>
          <p:cNvPr id="1059" name="연결선: 꺾임 1058">
            <a:extLst>
              <a:ext uri="{FF2B5EF4-FFF2-40B4-BE49-F238E27FC236}">
                <a16:creationId xmlns:a16="http://schemas.microsoft.com/office/drawing/2014/main" id="{64AA56A4-B183-1B22-C624-6CC3C0D0F439}"/>
              </a:ext>
            </a:extLst>
          </p:cNvPr>
          <p:cNvCxnSpPr>
            <a:cxnSpLocks/>
          </p:cNvCxnSpPr>
          <p:nvPr/>
        </p:nvCxnSpPr>
        <p:spPr>
          <a:xfrm flipV="1">
            <a:off x="7219948" y="3562533"/>
            <a:ext cx="1258304" cy="632604"/>
          </a:xfrm>
          <a:prstGeom prst="bentConnector3">
            <a:avLst>
              <a:gd name="adj1" fmla="val 89615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64" name="직사각형 1063">
            <a:extLst>
              <a:ext uri="{FF2B5EF4-FFF2-40B4-BE49-F238E27FC236}">
                <a16:creationId xmlns:a16="http://schemas.microsoft.com/office/drawing/2014/main" id="{A51F7E17-022C-E775-05D5-0710BBD61F90}"/>
              </a:ext>
            </a:extLst>
          </p:cNvPr>
          <p:cNvSpPr/>
          <p:nvPr/>
        </p:nvSpPr>
        <p:spPr>
          <a:xfrm>
            <a:off x="8478252" y="3164205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474385"/>
                </a:solidFill>
              </a:rPr>
              <a:t>#474385</a:t>
            </a:r>
            <a:endParaRPr lang="ko-KR" altLang="en-US" dirty="0">
              <a:solidFill>
                <a:srgbClr val="474385"/>
              </a:solidFill>
            </a:endParaRPr>
          </a:p>
        </p:txBody>
      </p:sp>
      <p:cxnSp>
        <p:nvCxnSpPr>
          <p:cNvPr id="1067" name="연결선: 꺾임 1066">
            <a:extLst>
              <a:ext uri="{FF2B5EF4-FFF2-40B4-BE49-F238E27FC236}">
                <a16:creationId xmlns:a16="http://schemas.microsoft.com/office/drawing/2014/main" id="{A4998181-1F31-571E-F0D1-BDDF75EFF423}"/>
              </a:ext>
            </a:extLst>
          </p:cNvPr>
          <p:cNvCxnSpPr>
            <a:cxnSpLocks/>
          </p:cNvCxnSpPr>
          <p:nvPr/>
        </p:nvCxnSpPr>
        <p:spPr>
          <a:xfrm flipV="1">
            <a:off x="7295356" y="3279750"/>
            <a:ext cx="1179870" cy="566926"/>
          </a:xfrm>
          <a:prstGeom prst="bentConnector3">
            <a:avLst>
              <a:gd name="adj1" fmla="val 86732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70" name="직사각형 1069">
            <a:extLst>
              <a:ext uri="{FF2B5EF4-FFF2-40B4-BE49-F238E27FC236}">
                <a16:creationId xmlns:a16="http://schemas.microsoft.com/office/drawing/2014/main" id="{4A671584-CF54-0268-65AF-66162374F477}"/>
              </a:ext>
            </a:extLst>
          </p:cNvPr>
          <p:cNvSpPr/>
          <p:nvPr/>
        </p:nvSpPr>
        <p:spPr>
          <a:xfrm>
            <a:off x="8475226" y="2884292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5A5BAA"/>
                </a:solidFill>
              </a:rPr>
              <a:t>#5A5BAA</a:t>
            </a:r>
            <a:endParaRPr lang="ko-KR" altLang="en-US" dirty="0">
              <a:solidFill>
                <a:srgbClr val="5A5BAA"/>
              </a:solidFill>
            </a:endParaRPr>
          </a:p>
        </p:txBody>
      </p:sp>
      <p:cxnSp>
        <p:nvCxnSpPr>
          <p:cNvPr id="1071" name="연결선: 꺾임 1070">
            <a:extLst>
              <a:ext uri="{FF2B5EF4-FFF2-40B4-BE49-F238E27FC236}">
                <a16:creationId xmlns:a16="http://schemas.microsoft.com/office/drawing/2014/main" id="{D336FEB3-53DE-5AA8-20FD-A1CFEB60F312}"/>
              </a:ext>
            </a:extLst>
          </p:cNvPr>
          <p:cNvCxnSpPr>
            <a:cxnSpLocks/>
          </p:cNvCxnSpPr>
          <p:nvPr/>
        </p:nvCxnSpPr>
        <p:spPr>
          <a:xfrm flipV="1">
            <a:off x="7216920" y="3014076"/>
            <a:ext cx="1254694" cy="815419"/>
          </a:xfrm>
          <a:prstGeom prst="bentConnector3">
            <a:avLst>
              <a:gd name="adj1" fmla="val 85111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75" name="직사각형 1074">
            <a:extLst>
              <a:ext uri="{FF2B5EF4-FFF2-40B4-BE49-F238E27FC236}">
                <a16:creationId xmlns:a16="http://schemas.microsoft.com/office/drawing/2014/main" id="{FEA7A056-34A3-F9C1-0E39-F6D916BAA802}"/>
              </a:ext>
            </a:extLst>
          </p:cNvPr>
          <p:cNvSpPr/>
          <p:nvPr/>
        </p:nvSpPr>
        <p:spPr>
          <a:xfrm>
            <a:off x="8475226" y="2610650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402745"/>
                </a:solidFill>
              </a:rPr>
              <a:t>#402745</a:t>
            </a:r>
            <a:endParaRPr lang="ko-KR" altLang="en-US" dirty="0">
              <a:solidFill>
                <a:srgbClr val="402745"/>
              </a:solidFill>
            </a:endParaRPr>
          </a:p>
        </p:txBody>
      </p:sp>
      <p:cxnSp>
        <p:nvCxnSpPr>
          <p:cNvPr id="1076" name="연결선: 꺾임 1075">
            <a:extLst>
              <a:ext uri="{FF2B5EF4-FFF2-40B4-BE49-F238E27FC236}">
                <a16:creationId xmlns:a16="http://schemas.microsoft.com/office/drawing/2014/main" id="{5C9A2200-111D-E7D2-70DA-B1D0943D55CF}"/>
              </a:ext>
            </a:extLst>
          </p:cNvPr>
          <p:cNvCxnSpPr>
            <a:cxnSpLocks/>
          </p:cNvCxnSpPr>
          <p:nvPr/>
        </p:nvCxnSpPr>
        <p:spPr>
          <a:xfrm flipV="1">
            <a:off x="7081044" y="2742796"/>
            <a:ext cx="1390570" cy="1055516"/>
          </a:xfrm>
          <a:prstGeom prst="bentConnector3">
            <a:avLst>
              <a:gd name="adj1" fmla="val 83906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79" name="직사각형 1078">
            <a:extLst>
              <a:ext uri="{FF2B5EF4-FFF2-40B4-BE49-F238E27FC236}">
                <a16:creationId xmlns:a16="http://schemas.microsoft.com/office/drawing/2014/main" id="{B0BDD92A-85AE-5AF4-5502-E4C27286CD7E}"/>
              </a:ext>
            </a:extLst>
          </p:cNvPr>
          <p:cNvSpPr/>
          <p:nvPr/>
        </p:nvSpPr>
        <p:spPr>
          <a:xfrm>
            <a:off x="8475226" y="2336278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615EB1"/>
                </a:solidFill>
              </a:rPr>
              <a:t>#615EB1</a:t>
            </a:r>
            <a:endParaRPr lang="ko-KR" altLang="en-US" dirty="0">
              <a:solidFill>
                <a:srgbClr val="615EB1"/>
              </a:solidFill>
            </a:endParaRPr>
          </a:p>
        </p:txBody>
      </p:sp>
      <p:cxnSp>
        <p:nvCxnSpPr>
          <p:cNvPr id="1080" name="연결선: 꺾임 1079">
            <a:extLst>
              <a:ext uri="{FF2B5EF4-FFF2-40B4-BE49-F238E27FC236}">
                <a16:creationId xmlns:a16="http://schemas.microsoft.com/office/drawing/2014/main" id="{2FF0B113-D3B5-C222-26CD-145FADA64772}"/>
              </a:ext>
            </a:extLst>
          </p:cNvPr>
          <p:cNvCxnSpPr>
            <a:cxnSpLocks/>
          </p:cNvCxnSpPr>
          <p:nvPr/>
        </p:nvCxnSpPr>
        <p:spPr>
          <a:xfrm flipV="1">
            <a:off x="7169150" y="2469832"/>
            <a:ext cx="1302464" cy="1271963"/>
          </a:xfrm>
          <a:prstGeom prst="bentConnector3">
            <a:avLst>
              <a:gd name="adj1" fmla="val 80349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85" name="직사각형 1084">
            <a:extLst>
              <a:ext uri="{FF2B5EF4-FFF2-40B4-BE49-F238E27FC236}">
                <a16:creationId xmlns:a16="http://schemas.microsoft.com/office/drawing/2014/main" id="{9FF018C6-4E1E-9D1C-FBF3-CD6E25F82745}"/>
              </a:ext>
            </a:extLst>
          </p:cNvPr>
          <p:cNvSpPr/>
          <p:nvPr/>
        </p:nvSpPr>
        <p:spPr>
          <a:xfrm>
            <a:off x="8475226" y="2064497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797EB5"/>
                </a:solidFill>
              </a:rPr>
              <a:t>#797EB5</a:t>
            </a:r>
            <a:endParaRPr lang="ko-KR" altLang="en-US" dirty="0">
              <a:solidFill>
                <a:srgbClr val="797EB5"/>
              </a:solidFill>
            </a:endParaRPr>
          </a:p>
        </p:txBody>
      </p:sp>
      <p:cxnSp>
        <p:nvCxnSpPr>
          <p:cNvPr id="1093" name="연결선: 꺾임 1092">
            <a:extLst>
              <a:ext uri="{FF2B5EF4-FFF2-40B4-BE49-F238E27FC236}">
                <a16:creationId xmlns:a16="http://schemas.microsoft.com/office/drawing/2014/main" id="{36955913-66F2-5C94-C389-2207F175B640}"/>
              </a:ext>
            </a:extLst>
          </p:cNvPr>
          <p:cNvCxnSpPr>
            <a:cxnSpLocks/>
          </p:cNvCxnSpPr>
          <p:nvPr/>
        </p:nvCxnSpPr>
        <p:spPr>
          <a:xfrm flipV="1">
            <a:off x="7295356" y="2200748"/>
            <a:ext cx="1177200" cy="1489787"/>
          </a:xfrm>
          <a:prstGeom prst="bentConnector3">
            <a:avLst>
              <a:gd name="adj1" fmla="val 75083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96" name="직사각형 1095">
            <a:extLst>
              <a:ext uri="{FF2B5EF4-FFF2-40B4-BE49-F238E27FC236}">
                <a16:creationId xmlns:a16="http://schemas.microsoft.com/office/drawing/2014/main" id="{F2326C0F-BBA7-CA0E-5CE0-D4381848E126}"/>
              </a:ext>
            </a:extLst>
          </p:cNvPr>
          <p:cNvSpPr/>
          <p:nvPr/>
        </p:nvSpPr>
        <p:spPr>
          <a:xfrm>
            <a:off x="8471614" y="1791120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301515"/>
                </a:solidFill>
              </a:rPr>
              <a:t>#301515</a:t>
            </a:r>
            <a:endParaRPr lang="ko-KR" altLang="en-US" dirty="0">
              <a:solidFill>
                <a:srgbClr val="301515"/>
              </a:solidFill>
            </a:endParaRPr>
          </a:p>
        </p:txBody>
      </p:sp>
      <p:cxnSp>
        <p:nvCxnSpPr>
          <p:cNvPr id="1099" name="연결선: 꺾임 1098">
            <a:extLst>
              <a:ext uri="{FF2B5EF4-FFF2-40B4-BE49-F238E27FC236}">
                <a16:creationId xmlns:a16="http://schemas.microsoft.com/office/drawing/2014/main" id="{3AA377E3-8470-02F3-17AD-5F3F78B256ED}"/>
              </a:ext>
            </a:extLst>
          </p:cNvPr>
          <p:cNvCxnSpPr>
            <a:cxnSpLocks/>
          </p:cNvCxnSpPr>
          <p:nvPr/>
        </p:nvCxnSpPr>
        <p:spPr>
          <a:xfrm flipV="1">
            <a:off x="7301051" y="1987823"/>
            <a:ext cx="1177200" cy="1620000"/>
          </a:xfrm>
          <a:prstGeom prst="bentConnector3">
            <a:avLst>
              <a:gd name="adj1" fmla="val 72116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02" name="직사각형 1101">
            <a:extLst>
              <a:ext uri="{FF2B5EF4-FFF2-40B4-BE49-F238E27FC236}">
                <a16:creationId xmlns:a16="http://schemas.microsoft.com/office/drawing/2014/main" id="{D54986D8-8F41-4F2C-F782-52CA7D2539CC}"/>
              </a:ext>
            </a:extLst>
          </p:cNvPr>
          <p:cNvSpPr/>
          <p:nvPr/>
        </p:nvSpPr>
        <p:spPr>
          <a:xfrm>
            <a:off x="8471613" y="1521671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493E6B"/>
                </a:solidFill>
              </a:rPr>
              <a:t>#493E6B</a:t>
            </a:r>
            <a:endParaRPr lang="ko-KR" altLang="en-US" dirty="0">
              <a:solidFill>
                <a:srgbClr val="493E6B"/>
              </a:solidFill>
            </a:endParaRPr>
          </a:p>
        </p:txBody>
      </p:sp>
      <p:cxnSp>
        <p:nvCxnSpPr>
          <p:cNvPr id="1104" name="연결선: 꺾임 1103">
            <a:extLst>
              <a:ext uri="{FF2B5EF4-FFF2-40B4-BE49-F238E27FC236}">
                <a16:creationId xmlns:a16="http://schemas.microsoft.com/office/drawing/2014/main" id="{4C33A30F-C207-7179-36E9-3B6ADF0F9120}"/>
              </a:ext>
            </a:extLst>
          </p:cNvPr>
          <p:cNvCxnSpPr>
            <a:cxnSpLocks/>
            <a:endCxn id="1096" idx="1"/>
          </p:cNvCxnSpPr>
          <p:nvPr/>
        </p:nvCxnSpPr>
        <p:spPr>
          <a:xfrm flipV="1">
            <a:off x="6918325" y="1913987"/>
            <a:ext cx="1553289" cy="641094"/>
          </a:xfrm>
          <a:prstGeom prst="bentConnector3">
            <a:avLst>
              <a:gd name="adj1" fmla="val 7682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8" name="연결선: 꺾임 1107">
            <a:extLst>
              <a:ext uri="{FF2B5EF4-FFF2-40B4-BE49-F238E27FC236}">
                <a16:creationId xmlns:a16="http://schemas.microsoft.com/office/drawing/2014/main" id="{FBE8ADE2-75BB-D15D-1122-F71EE522F531}"/>
              </a:ext>
            </a:extLst>
          </p:cNvPr>
          <p:cNvCxnSpPr>
            <a:cxnSpLocks/>
          </p:cNvCxnSpPr>
          <p:nvPr/>
        </p:nvCxnSpPr>
        <p:spPr>
          <a:xfrm flipV="1">
            <a:off x="6778625" y="1640192"/>
            <a:ext cx="1692988" cy="675162"/>
          </a:xfrm>
          <a:prstGeom prst="bentConnector3">
            <a:avLst>
              <a:gd name="adj1" fmla="val 76865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11" name="직사각형 1110">
            <a:extLst>
              <a:ext uri="{FF2B5EF4-FFF2-40B4-BE49-F238E27FC236}">
                <a16:creationId xmlns:a16="http://schemas.microsoft.com/office/drawing/2014/main" id="{B1491BE2-8207-0A37-76EC-C11FD783430E}"/>
              </a:ext>
            </a:extLst>
          </p:cNvPr>
          <p:cNvSpPr/>
          <p:nvPr/>
        </p:nvSpPr>
        <p:spPr>
          <a:xfrm>
            <a:off x="8471612" y="1244894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3F2950"/>
                </a:solidFill>
              </a:rPr>
              <a:t>#3F2950</a:t>
            </a:r>
            <a:endParaRPr lang="ko-KR" altLang="en-US" dirty="0">
              <a:solidFill>
                <a:srgbClr val="3F2950"/>
              </a:solidFill>
            </a:endParaRPr>
          </a:p>
        </p:txBody>
      </p:sp>
      <p:cxnSp>
        <p:nvCxnSpPr>
          <p:cNvPr id="1112" name="연결선: 꺾임 1111">
            <a:extLst>
              <a:ext uri="{FF2B5EF4-FFF2-40B4-BE49-F238E27FC236}">
                <a16:creationId xmlns:a16="http://schemas.microsoft.com/office/drawing/2014/main" id="{1148045C-4C4C-1F68-EE2E-BEE7CEBEC773}"/>
              </a:ext>
            </a:extLst>
          </p:cNvPr>
          <p:cNvCxnSpPr>
            <a:cxnSpLocks/>
          </p:cNvCxnSpPr>
          <p:nvPr/>
        </p:nvCxnSpPr>
        <p:spPr>
          <a:xfrm flipV="1">
            <a:off x="6771988" y="1357105"/>
            <a:ext cx="1692988" cy="812460"/>
          </a:xfrm>
          <a:prstGeom prst="bentConnector3">
            <a:avLst>
              <a:gd name="adj1" fmla="val 7531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15" name="직사각형 1114">
            <a:extLst>
              <a:ext uri="{FF2B5EF4-FFF2-40B4-BE49-F238E27FC236}">
                <a16:creationId xmlns:a16="http://schemas.microsoft.com/office/drawing/2014/main" id="{34D83C0D-DE28-58BC-75F6-3D9DAC6A2943}"/>
              </a:ext>
            </a:extLst>
          </p:cNvPr>
          <p:cNvSpPr/>
          <p:nvPr/>
        </p:nvSpPr>
        <p:spPr>
          <a:xfrm>
            <a:off x="8478252" y="961975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A2898C"/>
                </a:solidFill>
              </a:rPr>
              <a:t>#A2898C</a:t>
            </a:r>
            <a:endParaRPr lang="ko-KR" altLang="en-US" dirty="0">
              <a:solidFill>
                <a:srgbClr val="A2898C"/>
              </a:solidFill>
            </a:endParaRPr>
          </a:p>
        </p:txBody>
      </p:sp>
      <p:cxnSp>
        <p:nvCxnSpPr>
          <p:cNvPr id="1116" name="연결선: 꺾임 1115">
            <a:extLst>
              <a:ext uri="{FF2B5EF4-FFF2-40B4-BE49-F238E27FC236}">
                <a16:creationId xmlns:a16="http://schemas.microsoft.com/office/drawing/2014/main" id="{C35C7D98-C01E-368D-5562-880DFDF36926}"/>
              </a:ext>
            </a:extLst>
          </p:cNvPr>
          <p:cNvCxnSpPr>
            <a:cxnSpLocks/>
          </p:cNvCxnSpPr>
          <p:nvPr/>
        </p:nvCxnSpPr>
        <p:spPr>
          <a:xfrm flipV="1">
            <a:off x="6545263" y="2257505"/>
            <a:ext cx="1902618" cy="7721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0" name="연결선: 꺾임 1119">
            <a:extLst>
              <a:ext uri="{FF2B5EF4-FFF2-40B4-BE49-F238E27FC236}">
                <a16:creationId xmlns:a16="http://schemas.microsoft.com/office/drawing/2014/main" id="{A4C9C4B8-B831-7768-1484-DA20A46CCC7E}"/>
              </a:ext>
            </a:extLst>
          </p:cNvPr>
          <p:cNvCxnSpPr>
            <a:cxnSpLocks/>
          </p:cNvCxnSpPr>
          <p:nvPr/>
        </p:nvCxnSpPr>
        <p:spPr>
          <a:xfrm flipV="1">
            <a:off x="6662877" y="1061809"/>
            <a:ext cx="1802099" cy="18720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877F99-BAB5-7C78-2E73-1524C1ECF424}"/>
              </a:ext>
            </a:extLst>
          </p:cNvPr>
          <p:cNvSpPr/>
          <p:nvPr/>
        </p:nvSpPr>
        <p:spPr>
          <a:xfrm>
            <a:off x="8478252" y="679056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532C1D"/>
                </a:solidFill>
              </a:rPr>
              <a:t>#532C1D</a:t>
            </a:r>
            <a:endParaRPr lang="ko-KR" altLang="en-US" dirty="0">
              <a:solidFill>
                <a:srgbClr val="532C1D"/>
              </a:solidFill>
            </a:endParaRP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66FFA307-6327-70A5-6DCE-97C268DC3DF1}"/>
              </a:ext>
            </a:extLst>
          </p:cNvPr>
          <p:cNvCxnSpPr>
            <a:cxnSpLocks/>
          </p:cNvCxnSpPr>
          <p:nvPr/>
        </p:nvCxnSpPr>
        <p:spPr>
          <a:xfrm flipV="1">
            <a:off x="6733840" y="800178"/>
            <a:ext cx="1744224" cy="121086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5B7C6C-340B-0DAF-BC57-29A23C0C1C5B}"/>
              </a:ext>
            </a:extLst>
          </p:cNvPr>
          <p:cNvSpPr/>
          <p:nvPr/>
        </p:nvSpPr>
        <p:spPr>
          <a:xfrm>
            <a:off x="8478252" y="397792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7E5757"/>
                </a:solidFill>
              </a:rPr>
              <a:t>#7E5757</a:t>
            </a:r>
            <a:endParaRPr lang="ko-KR" altLang="en-US" dirty="0">
              <a:solidFill>
                <a:srgbClr val="7E5757"/>
              </a:solidFill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AB07656C-E8BE-5792-1508-891A1EF4AFDA}"/>
              </a:ext>
            </a:extLst>
          </p:cNvPr>
          <p:cNvCxnSpPr>
            <a:cxnSpLocks/>
          </p:cNvCxnSpPr>
          <p:nvPr/>
        </p:nvCxnSpPr>
        <p:spPr>
          <a:xfrm flipV="1">
            <a:off x="6754813" y="503021"/>
            <a:ext cx="1718032" cy="1273876"/>
          </a:xfrm>
          <a:prstGeom prst="bentConnector3">
            <a:avLst>
              <a:gd name="adj1" fmla="val 51663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EA0ED8-B523-2B00-C8F5-C7DC53A55023}"/>
              </a:ext>
            </a:extLst>
          </p:cNvPr>
          <p:cNvSpPr/>
          <p:nvPr/>
        </p:nvSpPr>
        <p:spPr>
          <a:xfrm>
            <a:off x="8471612" y="119842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96746C"/>
                </a:solidFill>
              </a:rPr>
              <a:t>#96746C</a:t>
            </a:r>
            <a:endParaRPr lang="ko-KR" altLang="en-US" dirty="0">
              <a:solidFill>
                <a:srgbClr val="96746C"/>
              </a:solidFill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7D2C3743-F0B7-B6AD-10AD-352D6F24219C}"/>
              </a:ext>
            </a:extLst>
          </p:cNvPr>
          <p:cNvCxnSpPr>
            <a:cxnSpLocks/>
          </p:cNvCxnSpPr>
          <p:nvPr/>
        </p:nvCxnSpPr>
        <p:spPr>
          <a:xfrm flipV="1">
            <a:off x="6707188" y="225955"/>
            <a:ext cx="1769549" cy="1432799"/>
          </a:xfrm>
          <a:prstGeom prst="bentConnector3">
            <a:avLst>
              <a:gd name="adj1" fmla="val 55517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316020-2CD6-3F94-9B7F-A2FCB8F9DF5C}"/>
              </a:ext>
            </a:extLst>
          </p:cNvPr>
          <p:cNvSpPr/>
          <p:nvPr/>
        </p:nvSpPr>
        <p:spPr>
          <a:xfrm>
            <a:off x="2483673" y="86176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BA9889"/>
                </a:solidFill>
              </a:rPr>
              <a:t>#BA9889`</a:t>
            </a:r>
            <a:endParaRPr lang="ko-KR" altLang="en-US" dirty="0">
              <a:solidFill>
                <a:srgbClr val="BA9889"/>
              </a:solidFill>
            </a:endParaRP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7EACD848-11C5-DD99-3126-D81F488A1C39}"/>
              </a:ext>
            </a:extLst>
          </p:cNvPr>
          <p:cNvCxnSpPr>
            <a:cxnSpLocks/>
          </p:cNvCxnSpPr>
          <p:nvPr/>
        </p:nvCxnSpPr>
        <p:spPr>
          <a:xfrm>
            <a:off x="4162745" y="210794"/>
            <a:ext cx="2237552" cy="1148062"/>
          </a:xfrm>
          <a:prstGeom prst="bentConnector3">
            <a:avLst>
              <a:gd name="adj1" fmla="val 31695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B75583F-A10F-2A12-86C0-16AF07A39656}"/>
              </a:ext>
            </a:extLst>
          </p:cNvPr>
          <p:cNvSpPr/>
          <p:nvPr/>
        </p:nvSpPr>
        <p:spPr>
          <a:xfrm>
            <a:off x="2483673" y="365576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E1C0B3"/>
                </a:solidFill>
              </a:rPr>
              <a:t>#E1C0B3</a:t>
            </a:r>
            <a:endParaRPr lang="ko-KR" altLang="en-US" dirty="0">
              <a:solidFill>
                <a:srgbClr val="E1C0B3"/>
              </a:solidFill>
            </a:endParaRP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6E3F79C9-CC08-F845-5013-834CB671CDD8}"/>
              </a:ext>
            </a:extLst>
          </p:cNvPr>
          <p:cNvCxnSpPr>
            <a:cxnSpLocks/>
          </p:cNvCxnSpPr>
          <p:nvPr/>
        </p:nvCxnSpPr>
        <p:spPr>
          <a:xfrm>
            <a:off x="4137225" y="484523"/>
            <a:ext cx="2042291" cy="1238757"/>
          </a:xfrm>
          <a:prstGeom prst="bentConnector3">
            <a:avLst>
              <a:gd name="adj1" fmla="val 33327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8992E8D-917D-454B-87B6-4B558BF0A063}"/>
              </a:ext>
            </a:extLst>
          </p:cNvPr>
          <p:cNvSpPr/>
          <p:nvPr/>
        </p:nvSpPr>
        <p:spPr>
          <a:xfrm>
            <a:off x="2478626" y="1874942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ABF3D"/>
                </a:solidFill>
              </a:rPr>
              <a:t>#FABF3D</a:t>
            </a:r>
            <a:endParaRPr lang="ko-KR" altLang="en-US" dirty="0">
              <a:solidFill>
                <a:srgbClr val="FABF3D"/>
              </a:solidFill>
            </a:endParaRP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B879242E-E369-CF7C-BFAD-42B37D38E3BA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126451" y="1997809"/>
            <a:ext cx="1213898" cy="858574"/>
          </a:xfrm>
          <a:prstGeom prst="bentConnector3">
            <a:avLst>
              <a:gd name="adj1" fmla="val 57585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79C66D4-4367-804B-56A9-495FE4254816}"/>
              </a:ext>
            </a:extLst>
          </p:cNvPr>
          <p:cNvSpPr/>
          <p:nvPr/>
        </p:nvSpPr>
        <p:spPr>
          <a:xfrm>
            <a:off x="2485263" y="2145551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AA5408"/>
                </a:solidFill>
              </a:rPr>
              <a:t>#AA5408</a:t>
            </a:r>
            <a:endParaRPr lang="ko-KR" altLang="en-US" dirty="0">
              <a:solidFill>
                <a:srgbClr val="AA5408"/>
              </a:solidFill>
            </a:endParaRP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4D874135-A846-9B57-161D-6AFF940D19AB}"/>
              </a:ext>
            </a:extLst>
          </p:cNvPr>
          <p:cNvCxnSpPr>
            <a:cxnSpLocks/>
          </p:cNvCxnSpPr>
          <p:nvPr/>
        </p:nvCxnSpPr>
        <p:spPr>
          <a:xfrm>
            <a:off x="4118582" y="2268418"/>
            <a:ext cx="1357643" cy="67722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A1B2642-667E-FCCF-EF3B-3E464983EF02}"/>
              </a:ext>
            </a:extLst>
          </p:cNvPr>
          <p:cNvSpPr/>
          <p:nvPr/>
        </p:nvSpPr>
        <p:spPr>
          <a:xfrm>
            <a:off x="2481651" y="2416160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E18329"/>
                </a:solidFill>
              </a:rPr>
              <a:t>#E18329</a:t>
            </a:r>
            <a:endParaRPr lang="ko-KR" altLang="en-US" dirty="0">
              <a:solidFill>
                <a:srgbClr val="E18329"/>
              </a:solidFill>
            </a:endParaRPr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EA186B3F-2AFD-49AD-243F-52AF3D512E07}"/>
              </a:ext>
            </a:extLst>
          </p:cNvPr>
          <p:cNvCxnSpPr>
            <a:cxnSpLocks/>
          </p:cNvCxnSpPr>
          <p:nvPr/>
        </p:nvCxnSpPr>
        <p:spPr>
          <a:xfrm>
            <a:off x="4129476" y="2529236"/>
            <a:ext cx="1270385" cy="50044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3CB170F-F297-46B2-5D86-15D3792D497C}"/>
              </a:ext>
            </a:extLst>
          </p:cNvPr>
          <p:cNvSpPr/>
          <p:nvPr/>
        </p:nvSpPr>
        <p:spPr>
          <a:xfrm>
            <a:off x="2470757" y="3639604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4A3F6A"/>
                </a:solidFill>
              </a:rPr>
              <a:t>#4A3F6A</a:t>
            </a:r>
            <a:endParaRPr lang="ko-KR" altLang="en-US" dirty="0">
              <a:solidFill>
                <a:srgbClr val="4A3F6A"/>
              </a:solidFill>
            </a:endParaRP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7627E18C-DF7D-A835-C99C-E578A36BBAC0}"/>
              </a:ext>
            </a:extLst>
          </p:cNvPr>
          <p:cNvCxnSpPr>
            <a:cxnSpLocks/>
          </p:cNvCxnSpPr>
          <p:nvPr/>
        </p:nvCxnSpPr>
        <p:spPr>
          <a:xfrm>
            <a:off x="4098207" y="3762471"/>
            <a:ext cx="1979865" cy="156533"/>
          </a:xfrm>
          <a:prstGeom prst="bentConnector3">
            <a:avLst>
              <a:gd name="adj1" fmla="val 37131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5" name="직선 연결선 1024">
            <a:extLst>
              <a:ext uri="{FF2B5EF4-FFF2-40B4-BE49-F238E27FC236}">
                <a16:creationId xmlns:a16="http://schemas.microsoft.com/office/drawing/2014/main" id="{8F7B49D3-2615-ABBD-4AE5-9F66C2A12452}"/>
              </a:ext>
            </a:extLst>
          </p:cNvPr>
          <p:cNvCxnSpPr/>
          <p:nvPr/>
        </p:nvCxnSpPr>
        <p:spPr>
          <a:xfrm>
            <a:off x="6683567" y="3371850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직선 연결선 1026">
            <a:extLst>
              <a:ext uri="{FF2B5EF4-FFF2-40B4-BE49-F238E27FC236}">
                <a16:creationId xmlns:a16="http://schemas.microsoft.com/office/drawing/2014/main" id="{388C9E87-10A8-6FAD-8BAF-6ACC082D409F}"/>
              </a:ext>
            </a:extLst>
          </p:cNvPr>
          <p:cNvCxnSpPr/>
          <p:nvPr/>
        </p:nvCxnSpPr>
        <p:spPr>
          <a:xfrm>
            <a:off x="6674541" y="3414702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직선 연결선 1027">
            <a:extLst>
              <a:ext uri="{FF2B5EF4-FFF2-40B4-BE49-F238E27FC236}">
                <a16:creationId xmlns:a16="http://schemas.microsoft.com/office/drawing/2014/main" id="{DF8C27FA-5270-6D4A-7374-724C2D39EE44}"/>
              </a:ext>
            </a:extLst>
          </p:cNvPr>
          <p:cNvCxnSpPr/>
          <p:nvPr/>
        </p:nvCxnSpPr>
        <p:spPr>
          <a:xfrm>
            <a:off x="6652461" y="3459078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직선 연결선 1028">
            <a:extLst>
              <a:ext uri="{FF2B5EF4-FFF2-40B4-BE49-F238E27FC236}">
                <a16:creationId xmlns:a16="http://schemas.microsoft.com/office/drawing/2014/main" id="{495AD81D-8312-868A-0772-F46A116AF342}"/>
              </a:ext>
            </a:extLst>
          </p:cNvPr>
          <p:cNvCxnSpPr/>
          <p:nvPr/>
        </p:nvCxnSpPr>
        <p:spPr>
          <a:xfrm>
            <a:off x="6631678" y="3507570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직선 연결선 1029">
            <a:extLst>
              <a:ext uri="{FF2B5EF4-FFF2-40B4-BE49-F238E27FC236}">
                <a16:creationId xmlns:a16="http://schemas.microsoft.com/office/drawing/2014/main" id="{8BA73A31-4A1B-7AC8-5372-051BE835A670}"/>
              </a:ext>
            </a:extLst>
          </p:cNvPr>
          <p:cNvCxnSpPr/>
          <p:nvPr/>
        </p:nvCxnSpPr>
        <p:spPr>
          <a:xfrm>
            <a:off x="6587228" y="3555379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직선 연결선 1030">
            <a:extLst>
              <a:ext uri="{FF2B5EF4-FFF2-40B4-BE49-F238E27FC236}">
                <a16:creationId xmlns:a16="http://schemas.microsoft.com/office/drawing/2014/main" id="{16ABD52E-DCD2-25B6-9982-EEF5415D45E9}"/>
              </a:ext>
            </a:extLst>
          </p:cNvPr>
          <p:cNvCxnSpPr/>
          <p:nvPr/>
        </p:nvCxnSpPr>
        <p:spPr>
          <a:xfrm>
            <a:off x="6631677" y="3326606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직선 연결선 1031">
            <a:extLst>
              <a:ext uri="{FF2B5EF4-FFF2-40B4-BE49-F238E27FC236}">
                <a16:creationId xmlns:a16="http://schemas.microsoft.com/office/drawing/2014/main" id="{3D0D41E8-F033-8E8D-6BB9-9E9550363998}"/>
              </a:ext>
            </a:extLst>
          </p:cNvPr>
          <p:cNvCxnSpPr/>
          <p:nvPr/>
        </p:nvCxnSpPr>
        <p:spPr>
          <a:xfrm>
            <a:off x="6652460" y="3287072"/>
            <a:ext cx="81300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직선 연결선 1032">
            <a:extLst>
              <a:ext uri="{FF2B5EF4-FFF2-40B4-BE49-F238E27FC236}">
                <a16:creationId xmlns:a16="http://schemas.microsoft.com/office/drawing/2014/main" id="{765D39A2-5BAD-FBF3-3CAA-11520AE40987}"/>
              </a:ext>
            </a:extLst>
          </p:cNvPr>
          <p:cNvCxnSpPr/>
          <p:nvPr/>
        </p:nvCxnSpPr>
        <p:spPr>
          <a:xfrm>
            <a:off x="6607865" y="3243263"/>
            <a:ext cx="81300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직선 연결선 1035">
            <a:extLst>
              <a:ext uri="{FF2B5EF4-FFF2-40B4-BE49-F238E27FC236}">
                <a16:creationId xmlns:a16="http://schemas.microsoft.com/office/drawing/2014/main" id="{AD5C7D60-910E-0E05-4586-884AA2BE8B7D}"/>
              </a:ext>
            </a:extLst>
          </p:cNvPr>
          <p:cNvCxnSpPr>
            <a:cxnSpLocks/>
          </p:cNvCxnSpPr>
          <p:nvPr/>
        </p:nvCxnSpPr>
        <p:spPr>
          <a:xfrm>
            <a:off x="6545263" y="4224510"/>
            <a:ext cx="1028292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직선 연결선 1036">
            <a:extLst>
              <a:ext uri="{FF2B5EF4-FFF2-40B4-BE49-F238E27FC236}">
                <a16:creationId xmlns:a16="http://schemas.microsoft.com/office/drawing/2014/main" id="{FE3A26F1-D8FC-6139-446C-B2AD7F0A796D}"/>
              </a:ext>
            </a:extLst>
          </p:cNvPr>
          <p:cNvCxnSpPr>
            <a:cxnSpLocks/>
          </p:cNvCxnSpPr>
          <p:nvPr/>
        </p:nvCxnSpPr>
        <p:spPr>
          <a:xfrm>
            <a:off x="6587228" y="4265897"/>
            <a:ext cx="1057232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직선 연결선 1038">
            <a:extLst>
              <a:ext uri="{FF2B5EF4-FFF2-40B4-BE49-F238E27FC236}">
                <a16:creationId xmlns:a16="http://schemas.microsoft.com/office/drawing/2014/main" id="{BA078AA6-3362-9D21-156A-7CFFF1963534}"/>
              </a:ext>
            </a:extLst>
          </p:cNvPr>
          <p:cNvCxnSpPr>
            <a:cxnSpLocks/>
          </p:cNvCxnSpPr>
          <p:nvPr/>
        </p:nvCxnSpPr>
        <p:spPr>
          <a:xfrm>
            <a:off x="6390590" y="4315374"/>
            <a:ext cx="132466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직선 연결선 1040">
            <a:extLst>
              <a:ext uri="{FF2B5EF4-FFF2-40B4-BE49-F238E27FC236}">
                <a16:creationId xmlns:a16="http://schemas.microsoft.com/office/drawing/2014/main" id="{25FEEEF7-C270-5E7C-8019-543A18DE7DC0}"/>
              </a:ext>
            </a:extLst>
          </p:cNvPr>
          <p:cNvCxnSpPr>
            <a:cxnSpLocks/>
          </p:cNvCxnSpPr>
          <p:nvPr/>
        </p:nvCxnSpPr>
        <p:spPr>
          <a:xfrm>
            <a:off x="6339207" y="4179020"/>
            <a:ext cx="1274622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직선 연결선 1041">
            <a:extLst>
              <a:ext uri="{FF2B5EF4-FFF2-40B4-BE49-F238E27FC236}">
                <a16:creationId xmlns:a16="http://schemas.microsoft.com/office/drawing/2014/main" id="{EAEC2952-CDC5-779A-DC25-939EABB65951}"/>
              </a:ext>
            </a:extLst>
          </p:cNvPr>
          <p:cNvCxnSpPr>
            <a:cxnSpLocks/>
          </p:cNvCxnSpPr>
          <p:nvPr/>
        </p:nvCxnSpPr>
        <p:spPr>
          <a:xfrm>
            <a:off x="6403915" y="4133506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직선 연결선 1042">
            <a:extLst>
              <a:ext uri="{FF2B5EF4-FFF2-40B4-BE49-F238E27FC236}">
                <a16:creationId xmlns:a16="http://schemas.microsoft.com/office/drawing/2014/main" id="{C0BA3CD7-DAC5-1FA9-D550-4C330EB4C8C5}"/>
              </a:ext>
            </a:extLst>
          </p:cNvPr>
          <p:cNvCxnSpPr/>
          <p:nvPr/>
        </p:nvCxnSpPr>
        <p:spPr>
          <a:xfrm>
            <a:off x="6607864" y="4098057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직선 연결선 1044">
            <a:extLst>
              <a:ext uri="{FF2B5EF4-FFF2-40B4-BE49-F238E27FC236}">
                <a16:creationId xmlns:a16="http://schemas.microsoft.com/office/drawing/2014/main" id="{710C9E02-D639-FCC0-6EF3-0B6E9728781F}"/>
              </a:ext>
            </a:extLst>
          </p:cNvPr>
          <p:cNvCxnSpPr/>
          <p:nvPr/>
        </p:nvCxnSpPr>
        <p:spPr>
          <a:xfrm>
            <a:off x="6607863" y="4052813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직선 연결선 1047">
            <a:extLst>
              <a:ext uri="{FF2B5EF4-FFF2-40B4-BE49-F238E27FC236}">
                <a16:creationId xmlns:a16="http://schemas.microsoft.com/office/drawing/2014/main" id="{D8CC0DDE-80BE-25F5-4628-43D1AEAE8E7C}"/>
              </a:ext>
            </a:extLst>
          </p:cNvPr>
          <p:cNvCxnSpPr/>
          <p:nvPr/>
        </p:nvCxnSpPr>
        <p:spPr>
          <a:xfrm>
            <a:off x="6607862" y="4003421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직선 연결선 1049">
            <a:extLst>
              <a:ext uri="{FF2B5EF4-FFF2-40B4-BE49-F238E27FC236}">
                <a16:creationId xmlns:a16="http://schemas.microsoft.com/office/drawing/2014/main" id="{5ECC6F4B-BB36-FF68-3710-DE745C5F782C}"/>
              </a:ext>
            </a:extLst>
          </p:cNvPr>
          <p:cNvCxnSpPr/>
          <p:nvPr/>
        </p:nvCxnSpPr>
        <p:spPr>
          <a:xfrm>
            <a:off x="6567885" y="3945582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직선 연결선 1050">
            <a:extLst>
              <a:ext uri="{FF2B5EF4-FFF2-40B4-BE49-F238E27FC236}">
                <a16:creationId xmlns:a16="http://schemas.microsoft.com/office/drawing/2014/main" id="{30F17DF3-8D13-4BA2-5C15-62A7696305E1}"/>
              </a:ext>
            </a:extLst>
          </p:cNvPr>
          <p:cNvCxnSpPr/>
          <p:nvPr/>
        </p:nvCxnSpPr>
        <p:spPr>
          <a:xfrm>
            <a:off x="6567887" y="3899551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직선 연결선 1051">
            <a:extLst>
              <a:ext uri="{FF2B5EF4-FFF2-40B4-BE49-F238E27FC236}">
                <a16:creationId xmlns:a16="http://schemas.microsoft.com/office/drawing/2014/main" id="{F28A7FB4-BE8F-C2EB-0E59-116483512509}"/>
              </a:ext>
            </a:extLst>
          </p:cNvPr>
          <p:cNvCxnSpPr/>
          <p:nvPr/>
        </p:nvCxnSpPr>
        <p:spPr>
          <a:xfrm>
            <a:off x="6567886" y="3860922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직선 연결선 1054">
            <a:extLst>
              <a:ext uri="{FF2B5EF4-FFF2-40B4-BE49-F238E27FC236}">
                <a16:creationId xmlns:a16="http://schemas.microsoft.com/office/drawing/2014/main" id="{5816A5A0-1079-C3E4-E0F4-A0CA7F24586A}"/>
              </a:ext>
            </a:extLst>
          </p:cNvPr>
          <p:cNvCxnSpPr/>
          <p:nvPr/>
        </p:nvCxnSpPr>
        <p:spPr>
          <a:xfrm>
            <a:off x="6631676" y="3822277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직선 연결선 1055">
            <a:extLst>
              <a:ext uri="{FF2B5EF4-FFF2-40B4-BE49-F238E27FC236}">
                <a16:creationId xmlns:a16="http://schemas.microsoft.com/office/drawing/2014/main" id="{DD3EC7CF-E253-5DF6-34B7-90DD64EA74F4}"/>
              </a:ext>
            </a:extLst>
          </p:cNvPr>
          <p:cNvCxnSpPr/>
          <p:nvPr/>
        </p:nvCxnSpPr>
        <p:spPr>
          <a:xfrm>
            <a:off x="6662877" y="3779138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직선 연결선 1056">
            <a:extLst>
              <a:ext uri="{FF2B5EF4-FFF2-40B4-BE49-F238E27FC236}">
                <a16:creationId xmlns:a16="http://schemas.microsoft.com/office/drawing/2014/main" id="{2A5FE4E0-4B0A-289A-2563-BBB3AE1C14ED}"/>
              </a:ext>
            </a:extLst>
          </p:cNvPr>
          <p:cNvCxnSpPr/>
          <p:nvPr/>
        </p:nvCxnSpPr>
        <p:spPr>
          <a:xfrm>
            <a:off x="6634371" y="3734863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직선 연결선 1059">
            <a:extLst>
              <a:ext uri="{FF2B5EF4-FFF2-40B4-BE49-F238E27FC236}">
                <a16:creationId xmlns:a16="http://schemas.microsoft.com/office/drawing/2014/main" id="{83484E24-6716-2C06-A8A9-2679C908F89E}"/>
              </a:ext>
            </a:extLst>
          </p:cNvPr>
          <p:cNvCxnSpPr/>
          <p:nvPr/>
        </p:nvCxnSpPr>
        <p:spPr>
          <a:xfrm>
            <a:off x="6652460" y="3690459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직선 연결선 1060">
            <a:extLst>
              <a:ext uri="{FF2B5EF4-FFF2-40B4-BE49-F238E27FC236}">
                <a16:creationId xmlns:a16="http://schemas.microsoft.com/office/drawing/2014/main" id="{31647153-5E64-1316-72B3-0E1F702852C2}"/>
              </a:ext>
            </a:extLst>
          </p:cNvPr>
          <p:cNvCxnSpPr/>
          <p:nvPr/>
        </p:nvCxnSpPr>
        <p:spPr>
          <a:xfrm>
            <a:off x="6631676" y="3646747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직선 연결선 1061">
            <a:extLst>
              <a:ext uri="{FF2B5EF4-FFF2-40B4-BE49-F238E27FC236}">
                <a16:creationId xmlns:a16="http://schemas.microsoft.com/office/drawing/2014/main" id="{F052ABB8-E077-9178-AF14-944A1D7374C9}"/>
              </a:ext>
            </a:extLst>
          </p:cNvPr>
          <p:cNvCxnSpPr/>
          <p:nvPr/>
        </p:nvCxnSpPr>
        <p:spPr>
          <a:xfrm>
            <a:off x="6652460" y="3600606"/>
            <a:ext cx="813005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직선 연결선 1072">
            <a:extLst>
              <a:ext uri="{FF2B5EF4-FFF2-40B4-BE49-F238E27FC236}">
                <a16:creationId xmlns:a16="http://schemas.microsoft.com/office/drawing/2014/main" id="{D980D84C-1831-1609-501B-9FD544BF144D}"/>
              </a:ext>
            </a:extLst>
          </p:cNvPr>
          <p:cNvCxnSpPr>
            <a:cxnSpLocks/>
          </p:cNvCxnSpPr>
          <p:nvPr/>
        </p:nvCxnSpPr>
        <p:spPr>
          <a:xfrm>
            <a:off x="6475214" y="4355856"/>
            <a:ext cx="132466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직선 연결선 1073">
            <a:extLst>
              <a:ext uri="{FF2B5EF4-FFF2-40B4-BE49-F238E27FC236}">
                <a16:creationId xmlns:a16="http://schemas.microsoft.com/office/drawing/2014/main" id="{D0D9A098-762C-F075-3D13-1EE29B05ED2A}"/>
              </a:ext>
            </a:extLst>
          </p:cNvPr>
          <p:cNvCxnSpPr>
            <a:cxnSpLocks/>
          </p:cNvCxnSpPr>
          <p:nvPr/>
        </p:nvCxnSpPr>
        <p:spPr>
          <a:xfrm>
            <a:off x="6495722" y="4399129"/>
            <a:ext cx="132466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직선 연결선 1076">
            <a:extLst>
              <a:ext uri="{FF2B5EF4-FFF2-40B4-BE49-F238E27FC236}">
                <a16:creationId xmlns:a16="http://schemas.microsoft.com/office/drawing/2014/main" id="{5B6A0BB9-16E1-E485-3D2B-130CC08E3BC7}"/>
              </a:ext>
            </a:extLst>
          </p:cNvPr>
          <p:cNvCxnSpPr>
            <a:cxnSpLocks/>
          </p:cNvCxnSpPr>
          <p:nvPr/>
        </p:nvCxnSpPr>
        <p:spPr>
          <a:xfrm>
            <a:off x="6545263" y="4443003"/>
            <a:ext cx="132466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직선 연결선 1077">
            <a:extLst>
              <a:ext uri="{FF2B5EF4-FFF2-40B4-BE49-F238E27FC236}">
                <a16:creationId xmlns:a16="http://schemas.microsoft.com/office/drawing/2014/main" id="{736BC6B3-D81F-5AA4-1417-8D98C72B49A4}"/>
              </a:ext>
            </a:extLst>
          </p:cNvPr>
          <p:cNvCxnSpPr>
            <a:cxnSpLocks/>
          </p:cNvCxnSpPr>
          <p:nvPr/>
        </p:nvCxnSpPr>
        <p:spPr>
          <a:xfrm>
            <a:off x="6514845" y="4493080"/>
            <a:ext cx="132466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직선 연결선 1080">
            <a:extLst>
              <a:ext uri="{FF2B5EF4-FFF2-40B4-BE49-F238E27FC236}">
                <a16:creationId xmlns:a16="http://schemas.microsoft.com/office/drawing/2014/main" id="{0D8E7A7F-027C-1542-09B1-114C7E21560C}"/>
              </a:ext>
            </a:extLst>
          </p:cNvPr>
          <p:cNvCxnSpPr>
            <a:cxnSpLocks/>
          </p:cNvCxnSpPr>
          <p:nvPr/>
        </p:nvCxnSpPr>
        <p:spPr>
          <a:xfrm>
            <a:off x="6545263" y="4536833"/>
            <a:ext cx="132466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직선 연결선 1082">
            <a:extLst>
              <a:ext uri="{FF2B5EF4-FFF2-40B4-BE49-F238E27FC236}">
                <a16:creationId xmlns:a16="http://schemas.microsoft.com/office/drawing/2014/main" id="{9A6BF3E7-E15A-DCEE-4D23-826087D63878}"/>
              </a:ext>
            </a:extLst>
          </p:cNvPr>
          <p:cNvCxnSpPr>
            <a:cxnSpLocks/>
          </p:cNvCxnSpPr>
          <p:nvPr/>
        </p:nvCxnSpPr>
        <p:spPr>
          <a:xfrm>
            <a:off x="6608522" y="4584007"/>
            <a:ext cx="132466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직선 연결선 1083">
            <a:extLst>
              <a:ext uri="{FF2B5EF4-FFF2-40B4-BE49-F238E27FC236}">
                <a16:creationId xmlns:a16="http://schemas.microsoft.com/office/drawing/2014/main" id="{24D95022-499F-21E5-E204-13F947CBDA39}"/>
              </a:ext>
            </a:extLst>
          </p:cNvPr>
          <p:cNvCxnSpPr>
            <a:cxnSpLocks/>
          </p:cNvCxnSpPr>
          <p:nvPr/>
        </p:nvCxnSpPr>
        <p:spPr>
          <a:xfrm>
            <a:off x="6607282" y="4626316"/>
            <a:ext cx="1324660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직선 연결선 1085">
            <a:extLst>
              <a:ext uri="{FF2B5EF4-FFF2-40B4-BE49-F238E27FC236}">
                <a16:creationId xmlns:a16="http://schemas.microsoft.com/office/drawing/2014/main" id="{5E43D013-1A73-F028-DCA7-89623FF6CEA6}"/>
              </a:ext>
            </a:extLst>
          </p:cNvPr>
          <p:cNvCxnSpPr>
            <a:cxnSpLocks/>
          </p:cNvCxnSpPr>
          <p:nvPr/>
        </p:nvCxnSpPr>
        <p:spPr>
          <a:xfrm>
            <a:off x="4970791" y="3199072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직선 연결선 1086">
            <a:extLst>
              <a:ext uri="{FF2B5EF4-FFF2-40B4-BE49-F238E27FC236}">
                <a16:creationId xmlns:a16="http://schemas.microsoft.com/office/drawing/2014/main" id="{0ECC2536-2B31-103A-B1B1-E91581976075}"/>
              </a:ext>
            </a:extLst>
          </p:cNvPr>
          <p:cNvCxnSpPr>
            <a:cxnSpLocks/>
          </p:cNvCxnSpPr>
          <p:nvPr/>
        </p:nvCxnSpPr>
        <p:spPr>
          <a:xfrm>
            <a:off x="4932691" y="3159443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직선 연결선 1087">
            <a:extLst>
              <a:ext uri="{FF2B5EF4-FFF2-40B4-BE49-F238E27FC236}">
                <a16:creationId xmlns:a16="http://schemas.microsoft.com/office/drawing/2014/main" id="{2DC75600-D2F2-4B54-F768-EF0930BA8E0D}"/>
              </a:ext>
            </a:extLst>
          </p:cNvPr>
          <p:cNvCxnSpPr>
            <a:cxnSpLocks/>
          </p:cNvCxnSpPr>
          <p:nvPr/>
        </p:nvCxnSpPr>
        <p:spPr>
          <a:xfrm>
            <a:off x="4805837" y="3116793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직선 연결선 1088">
            <a:extLst>
              <a:ext uri="{FF2B5EF4-FFF2-40B4-BE49-F238E27FC236}">
                <a16:creationId xmlns:a16="http://schemas.microsoft.com/office/drawing/2014/main" id="{4B07B54E-91C4-0BC3-1D04-1A1A6F2D4EB7}"/>
              </a:ext>
            </a:extLst>
          </p:cNvPr>
          <p:cNvCxnSpPr>
            <a:cxnSpLocks/>
          </p:cNvCxnSpPr>
          <p:nvPr/>
        </p:nvCxnSpPr>
        <p:spPr>
          <a:xfrm>
            <a:off x="4854142" y="3243263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직선 연결선 1089">
            <a:extLst>
              <a:ext uri="{FF2B5EF4-FFF2-40B4-BE49-F238E27FC236}">
                <a16:creationId xmlns:a16="http://schemas.microsoft.com/office/drawing/2014/main" id="{9387D986-7C35-A529-3BC2-51E4CD9D2D65}"/>
              </a:ext>
            </a:extLst>
          </p:cNvPr>
          <p:cNvCxnSpPr>
            <a:cxnSpLocks/>
          </p:cNvCxnSpPr>
          <p:nvPr/>
        </p:nvCxnSpPr>
        <p:spPr>
          <a:xfrm>
            <a:off x="4854142" y="3067050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직선 연결선 1090">
            <a:extLst>
              <a:ext uri="{FF2B5EF4-FFF2-40B4-BE49-F238E27FC236}">
                <a16:creationId xmlns:a16="http://schemas.microsoft.com/office/drawing/2014/main" id="{6E0B2CB4-2246-C736-31AC-D49FA41BD283}"/>
              </a:ext>
            </a:extLst>
          </p:cNvPr>
          <p:cNvCxnSpPr>
            <a:cxnSpLocks/>
          </p:cNvCxnSpPr>
          <p:nvPr/>
        </p:nvCxnSpPr>
        <p:spPr>
          <a:xfrm>
            <a:off x="4854141" y="3021447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직선 연결선 1091">
            <a:extLst>
              <a:ext uri="{FF2B5EF4-FFF2-40B4-BE49-F238E27FC236}">
                <a16:creationId xmlns:a16="http://schemas.microsoft.com/office/drawing/2014/main" id="{FEEA825A-DDAD-FCCF-3406-4496213675CA}"/>
              </a:ext>
            </a:extLst>
          </p:cNvPr>
          <p:cNvCxnSpPr>
            <a:cxnSpLocks/>
          </p:cNvCxnSpPr>
          <p:nvPr/>
        </p:nvCxnSpPr>
        <p:spPr>
          <a:xfrm>
            <a:off x="4907953" y="2973705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직선 연결선 1093">
            <a:extLst>
              <a:ext uri="{FF2B5EF4-FFF2-40B4-BE49-F238E27FC236}">
                <a16:creationId xmlns:a16="http://schemas.microsoft.com/office/drawing/2014/main" id="{7DCE658B-EA2A-736D-6A3F-D5B20EF85E8B}"/>
              </a:ext>
            </a:extLst>
          </p:cNvPr>
          <p:cNvCxnSpPr>
            <a:cxnSpLocks/>
          </p:cNvCxnSpPr>
          <p:nvPr/>
        </p:nvCxnSpPr>
        <p:spPr>
          <a:xfrm>
            <a:off x="4970791" y="2930952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직선 연결선 1094">
            <a:extLst>
              <a:ext uri="{FF2B5EF4-FFF2-40B4-BE49-F238E27FC236}">
                <a16:creationId xmlns:a16="http://schemas.microsoft.com/office/drawing/2014/main" id="{B42F043A-55EC-26EE-5245-FDEFF97ACA0D}"/>
              </a:ext>
            </a:extLst>
          </p:cNvPr>
          <p:cNvCxnSpPr>
            <a:cxnSpLocks/>
          </p:cNvCxnSpPr>
          <p:nvPr/>
        </p:nvCxnSpPr>
        <p:spPr>
          <a:xfrm>
            <a:off x="4890025" y="3287072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직선 연결선 1096">
            <a:extLst>
              <a:ext uri="{FF2B5EF4-FFF2-40B4-BE49-F238E27FC236}">
                <a16:creationId xmlns:a16="http://schemas.microsoft.com/office/drawing/2014/main" id="{E8EC381C-543A-759C-5201-2D789B49D93A}"/>
              </a:ext>
            </a:extLst>
          </p:cNvPr>
          <p:cNvCxnSpPr>
            <a:cxnSpLocks/>
          </p:cNvCxnSpPr>
          <p:nvPr/>
        </p:nvCxnSpPr>
        <p:spPr>
          <a:xfrm>
            <a:off x="4907952" y="3326606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직선 연결선 1097">
            <a:extLst>
              <a:ext uri="{FF2B5EF4-FFF2-40B4-BE49-F238E27FC236}">
                <a16:creationId xmlns:a16="http://schemas.microsoft.com/office/drawing/2014/main" id="{1EDBD624-E249-E213-19BB-D4D6DCCDE245}"/>
              </a:ext>
            </a:extLst>
          </p:cNvPr>
          <p:cNvCxnSpPr>
            <a:cxnSpLocks/>
          </p:cNvCxnSpPr>
          <p:nvPr/>
        </p:nvCxnSpPr>
        <p:spPr>
          <a:xfrm>
            <a:off x="4907952" y="3374232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직선 연결선 1099">
            <a:extLst>
              <a:ext uri="{FF2B5EF4-FFF2-40B4-BE49-F238E27FC236}">
                <a16:creationId xmlns:a16="http://schemas.microsoft.com/office/drawing/2014/main" id="{32D2054D-FBCF-1F55-D88F-26A072E6CB7E}"/>
              </a:ext>
            </a:extLst>
          </p:cNvPr>
          <p:cNvCxnSpPr>
            <a:cxnSpLocks/>
          </p:cNvCxnSpPr>
          <p:nvPr/>
        </p:nvCxnSpPr>
        <p:spPr>
          <a:xfrm>
            <a:off x="4924929" y="3421785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직선 연결선 1100">
            <a:extLst>
              <a:ext uri="{FF2B5EF4-FFF2-40B4-BE49-F238E27FC236}">
                <a16:creationId xmlns:a16="http://schemas.microsoft.com/office/drawing/2014/main" id="{CF4030D2-6510-8A92-673C-7696CBE6FBA0}"/>
              </a:ext>
            </a:extLst>
          </p:cNvPr>
          <p:cNvCxnSpPr>
            <a:cxnSpLocks/>
          </p:cNvCxnSpPr>
          <p:nvPr/>
        </p:nvCxnSpPr>
        <p:spPr>
          <a:xfrm>
            <a:off x="4910642" y="3459078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직선 연결선 1102">
            <a:extLst>
              <a:ext uri="{FF2B5EF4-FFF2-40B4-BE49-F238E27FC236}">
                <a16:creationId xmlns:a16="http://schemas.microsoft.com/office/drawing/2014/main" id="{0EF71A82-20D4-21A9-DA02-FD4ADDA95281}"/>
              </a:ext>
            </a:extLst>
          </p:cNvPr>
          <p:cNvCxnSpPr>
            <a:cxnSpLocks/>
          </p:cNvCxnSpPr>
          <p:nvPr/>
        </p:nvCxnSpPr>
        <p:spPr>
          <a:xfrm>
            <a:off x="4956400" y="3507570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직선 연결선 1104">
            <a:extLst>
              <a:ext uri="{FF2B5EF4-FFF2-40B4-BE49-F238E27FC236}">
                <a16:creationId xmlns:a16="http://schemas.microsoft.com/office/drawing/2014/main" id="{04757789-861E-EACA-FC25-05BE1292DAB2}"/>
              </a:ext>
            </a:extLst>
          </p:cNvPr>
          <p:cNvCxnSpPr>
            <a:cxnSpLocks/>
          </p:cNvCxnSpPr>
          <p:nvPr/>
        </p:nvCxnSpPr>
        <p:spPr>
          <a:xfrm>
            <a:off x="4922383" y="3552998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직선 연결선 1105">
            <a:extLst>
              <a:ext uri="{FF2B5EF4-FFF2-40B4-BE49-F238E27FC236}">
                <a16:creationId xmlns:a16="http://schemas.microsoft.com/office/drawing/2014/main" id="{9F88CF52-CBFC-9495-85D0-84B54D72126B}"/>
              </a:ext>
            </a:extLst>
          </p:cNvPr>
          <p:cNvCxnSpPr>
            <a:cxnSpLocks/>
          </p:cNvCxnSpPr>
          <p:nvPr/>
        </p:nvCxnSpPr>
        <p:spPr>
          <a:xfrm>
            <a:off x="4890025" y="3600606"/>
            <a:ext cx="1188047" cy="0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직선 연결선 1112">
            <a:extLst>
              <a:ext uri="{FF2B5EF4-FFF2-40B4-BE49-F238E27FC236}">
                <a16:creationId xmlns:a16="http://schemas.microsoft.com/office/drawing/2014/main" id="{1DC55305-1564-44C5-1363-A5552F28DF23}"/>
              </a:ext>
            </a:extLst>
          </p:cNvPr>
          <p:cNvCxnSpPr>
            <a:cxnSpLocks/>
          </p:cNvCxnSpPr>
          <p:nvPr/>
        </p:nvCxnSpPr>
        <p:spPr>
          <a:xfrm>
            <a:off x="5443629" y="390657"/>
            <a:ext cx="11880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직선 연결선 1113">
            <a:extLst>
              <a:ext uri="{FF2B5EF4-FFF2-40B4-BE49-F238E27FC236}">
                <a16:creationId xmlns:a16="http://schemas.microsoft.com/office/drawing/2014/main" id="{D3ACB026-BE9F-D893-36C0-55D7340E4697}"/>
              </a:ext>
            </a:extLst>
          </p:cNvPr>
          <p:cNvCxnSpPr>
            <a:cxnSpLocks/>
          </p:cNvCxnSpPr>
          <p:nvPr/>
        </p:nvCxnSpPr>
        <p:spPr>
          <a:xfrm>
            <a:off x="5566766" y="440663"/>
            <a:ext cx="11880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직선 연결선 1116">
            <a:extLst>
              <a:ext uri="{FF2B5EF4-FFF2-40B4-BE49-F238E27FC236}">
                <a16:creationId xmlns:a16="http://schemas.microsoft.com/office/drawing/2014/main" id="{E61EBB8C-1B1A-5139-DFA1-65759906DB04}"/>
              </a:ext>
            </a:extLst>
          </p:cNvPr>
          <p:cNvCxnSpPr>
            <a:cxnSpLocks/>
          </p:cNvCxnSpPr>
          <p:nvPr/>
        </p:nvCxnSpPr>
        <p:spPr>
          <a:xfrm>
            <a:off x="5399860" y="479205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직선 연결선 1118">
            <a:extLst>
              <a:ext uri="{FF2B5EF4-FFF2-40B4-BE49-F238E27FC236}">
                <a16:creationId xmlns:a16="http://schemas.microsoft.com/office/drawing/2014/main" id="{A9A29441-D0BE-75F6-6DF2-9F50781AA3B7}"/>
              </a:ext>
            </a:extLst>
          </p:cNvPr>
          <p:cNvCxnSpPr>
            <a:cxnSpLocks/>
          </p:cNvCxnSpPr>
          <p:nvPr/>
        </p:nvCxnSpPr>
        <p:spPr>
          <a:xfrm>
            <a:off x="5322028" y="520659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직선 연결선 1120">
            <a:extLst>
              <a:ext uri="{FF2B5EF4-FFF2-40B4-BE49-F238E27FC236}">
                <a16:creationId xmlns:a16="http://schemas.microsoft.com/office/drawing/2014/main" id="{32D82691-DB17-0D1B-3224-DE98B70C7BE8}"/>
              </a:ext>
            </a:extLst>
          </p:cNvPr>
          <p:cNvCxnSpPr>
            <a:cxnSpLocks/>
          </p:cNvCxnSpPr>
          <p:nvPr/>
        </p:nvCxnSpPr>
        <p:spPr>
          <a:xfrm>
            <a:off x="5361773" y="563521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직선 연결선 1121">
            <a:extLst>
              <a:ext uri="{FF2B5EF4-FFF2-40B4-BE49-F238E27FC236}">
                <a16:creationId xmlns:a16="http://schemas.microsoft.com/office/drawing/2014/main" id="{F4A1AA85-572E-4247-E955-632244626C76}"/>
              </a:ext>
            </a:extLst>
          </p:cNvPr>
          <p:cNvCxnSpPr>
            <a:cxnSpLocks/>
          </p:cNvCxnSpPr>
          <p:nvPr/>
        </p:nvCxnSpPr>
        <p:spPr>
          <a:xfrm>
            <a:off x="5361773" y="605713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3" name="직선 연결선 1122">
            <a:extLst>
              <a:ext uri="{FF2B5EF4-FFF2-40B4-BE49-F238E27FC236}">
                <a16:creationId xmlns:a16="http://schemas.microsoft.com/office/drawing/2014/main" id="{D7E976BF-73A5-694B-F29B-0CC56E80424F}"/>
              </a:ext>
            </a:extLst>
          </p:cNvPr>
          <p:cNvCxnSpPr>
            <a:cxnSpLocks/>
          </p:cNvCxnSpPr>
          <p:nvPr/>
        </p:nvCxnSpPr>
        <p:spPr>
          <a:xfrm>
            <a:off x="5399859" y="654597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직선 연결선 1123">
            <a:extLst>
              <a:ext uri="{FF2B5EF4-FFF2-40B4-BE49-F238E27FC236}">
                <a16:creationId xmlns:a16="http://schemas.microsoft.com/office/drawing/2014/main" id="{61A3B213-5D2A-B3F5-0A81-1B4EFA6CD966}"/>
              </a:ext>
            </a:extLst>
          </p:cNvPr>
          <p:cNvCxnSpPr>
            <a:cxnSpLocks/>
          </p:cNvCxnSpPr>
          <p:nvPr/>
        </p:nvCxnSpPr>
        <p:spPr>
          <a:xfrm>
            <a:off x="5302905" y="701634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직선 연결선 1124">
            <a:extLst>
              <a:ext uri="{FF2B5EF4-FFF2-40B4-BE49-F238E27FC236}">
                <a16:creationId xmlns:a16="http://schemas.microsoft.com/office/drawing/2014/main" id="{BC31D833-72F0-5A67-0CB2-D5F333A0B132}"/>
              </a:ext>
            </a:extLst>
          </p:cNvPr>
          <p:cNvCxnSpPr>
            <a:cxnSpLocks/>
          </p:cNvCxnSpPr>
          <p:nvPr/>
        </p:nvCxnSpPr>
        <p:spPr>
          <a:xfrm>
            <a:off x="5302905" y="742116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직선 연결선 1125">
            <a:extLst>
              <a:ext uri="{FF2B5EF4-FFF2-40B4-BE49-F238E27FC236}">
                <a16:creationId xmlns:a16="http://schemas.microsoft.com/office/drawing/2014/main" id="{635578D7-2AAD-71BF-79D9-1EAF62EF9020}"/>
              </a:ext>
            </a:extLst>
          </p:cNvPr>
          <p:cNvCxnSpPr>
            <a:cxnSpLocks/>
          </p:cNvCxnSpPr>
          <p:nvPr/>
        </p:nvCxnSpPr>
        <p:spPr>
          <a:xfrm>
            <a:off x="5395276" y="801089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7" name="직선 연결선 1126">
            <a:extLst>
              <a:ext uri="{FF2B5EF4-FFF2-40B4-BE49-F238E27FC236}">
                <a16:creationId xmlns:a16="http://schemas.microsoft.com/office/drawing/2014/main" id="{EE1E3833-2783-F802-42B7-20F679B4D2D5}"/>
              </a:ext>
            </a:extLst>
          </p:cNvPr>
          <p:cNvCxnSpPr>
            <a:cxnSpLocks/>
          </p:cNvCxnSpPr>
          <p:nvPr/>
        </p:nvCxnSpPr>
        <p:spPr>
          <a:xfrm>
            <a:off x="5361773" y="842128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8" name="직선 연결선 1127">
            <a:extLst>
              <a:ext uri="{FF2B5EF4-FFF2-40B4-BE49-F238E27FC236}">
                <a16:creationId xmlns:a16="http://schemas.microsoft.com/office/drawing/2014/main" id="{6E72B8AD-FBFA-E956-15E8-DBE20A209031}"/>
              </a:ext>
            </a:extLst>
          </p:cNvPr>
          <p:cNvCxnSpPr>
            <a:cxnSpLocks/>
          </p:cNvCxnSpPr>
          <p:nvPr/>
        </p:nvCxnSpPr>
        <p:spPr>
          <a:xfrm>
            <a:off x="5338126" y="882609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직선 연결선 1128">
            <a:extLst>
              <a:ext uri="{FF2B5EF4-FFF2-40B4-BE49-F238E27FC236}">
                <a16:creationId xmlns:a16="http://schemas.microsoft.com/office/drawing/2014/main" id="{E7FCD97D-8415-7E20-3276-FEB23E87BACD}"/>
              </a:ext>
            </a:extLst>
          </p:cNvPr>
          <p:cNvCxnSpPr>
            <a:cxnSpLocks/>
          </p:cNvCxnSpPr>
          <p:nvPr/>
        </p:nvCxnSpPr>
        <p:spPr>
          <a:xfrm>
            <a:off x="5395275" y="921575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직선 연결선 1129">
            <a:extLst>
              <a:ext uri="{FF2B5EF4-FFF2-40B4-BE49-F238E27FC236}">
                <a16:creationId xmlns:a16="http://schemas.microsoft.com/office/drawing/2014/main" id="{16570F4B-E577-C0C2-0FAF-45ABD0E3FEBE}"/>
              </a:ext>
            </a:extLst>
          </p:cNvPr>
          <p:cNvCxnSpPr>
            <a:cxnSpLocks/>
          </p:cNvCxnSpPr>
          <p:nvPr/>
        </p:nvCxnSpPr>
        <p:spPr>
          <a:xfrm>
            <a:off x="5395275" y="961975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1" name="직선 연결선 1130">
            <a:extLst>
              <a:ext uri="{FF2B5EF4-FFF2-40B4-BE49-F238E27FC236}">
                <a16:creationId xmlns:a16="http://schemas.microsoft.com/office/drawing/2014/main" id="{12389955-3DD7-967E-3A94-E1F44577E2D4}"/>
              </a:ext>
            </a:extLst>
          </p:cNvPr>
          <p:cNvCxnSpPr>
            <a:cxnSpLocks/>
          </p:cNvCxnSpPr>
          <p:nvPr/>
        </p:nvCxnSpPr>
        <p:spPr>
          <a:xfrm>
            <a:off x="5270026" y="1007040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직선 연결선 1131">
            <a:extLst>
              <a:ext uri="{FF2B5EF4-FFF2-40B4-BE49-F238E27FC236}">
                <a16:creationId xmlns:a16="http://schemas.microsoft.com/office/drawing/2014/main" id="{CC825A98-28B3-4E1D-089A-54A8B96B128D}"/>
              </a:ext>
            </a:extLst>
          </p:cNvPr>
          <p:cNvCxnSpPr>
            <a:cxnSpLocks/>
          </p:cNvCxnSpPr>
          <p:nvPr/>
        </p:nvCxnSpPr>
        <p:spPr>
          <a:xfrm>
            <a:off x="5234922" y="1052055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3" name="직선 연결선 1132">
            <a:extLst>
              <a:ext uri="{FF2B5EF4-FFF2-40B4-BE49-F238E27FC236}">
                <a16:creationId xmlns:a16="http://schemas.microsoft.com/office/drawing/2014/main" id="{A9F78F7F-D82C-EABD-1E64-97166F30DE3B}"/>
              </a:ext>
            </a:extLst>
          </p:cNvPr>
          <p:cNvCxnSpPr>
            <a:cxnSpLocks/>
          </p:cNvCxnSpPr>
          <p:nvPr/>
        </p:nvCxnSpPr>
        <p:spPr>
          <a:xfrm>
            <a:off x="5204262" y="1098067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직선 연결선 1133">
            <a:extLst>
              <a:ext uri="{FF2B5EF4-FFF2-40B4-BE49-F238E27FC236}">
                <a16:creationId xmlns:a16="http://schemas.microsoft.com/office/drawing/2014/main" id="{1D50F6CE-B72C-847A-2054-B13E1FEC2D99}"/>
              </a:ext>
            </a:extLst>
          </p:cNvPr>
          <p:cNvCxnSpPr>
            <a:cxnSpLocks/>
          </p:cNvCxnSpPr>
          <p:nvPr/>
        </p:nvCxnSpPr>
        <p:spPr>
          <a:xfrm>
            <a:off x="5214232" y="1142112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5" name="직선 연결선 1134">
            <a:extLst>
              <a:ext uri="{FF2B5EF4-FFF2-40B4-BE49-F238E27FC236}">
                <a16:creationId xmlns:a16="http://schemas.microsoft.com/office/drawing/2014/main" id="{F4FB3022-299D-A748-FF7C-578138FC3338}"/>
              </a:ext>
            </a:extLst>
          </p:cNvPr>
          <p:cNvCxnSpPr>
            <a:cxnSpLocks/>
          </p:cNvCxnSpPr>
          <p:nvPr/>
        </p:nvCxnSpPr>
        <p:spPr>
          <a:xfrm>
            <a:off x="5225896" y="1188015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직선 연결선 1135">
            <a:extLst>
              <a:ext uri="{FF2B5EF4-FFF2-40B4-BE49-F238E27FC236}">
                <a16:creationId xmlns:a16="http://schemas.microsoft.com/office/drawing/2014/main" id="{6EDFF810-748C-CBA1-E78E-7BDF44C291D6}"/>
              </a:ext>
            </a:extLst>
          </p:cNvPr>
          <p:cNvCxnSpPr>
            <a:cxnSpLocks/>
          </p:cNvCxnSpPr>
          <p:nvPr/>
        </p:nvCxnSpPr>
        <p:spPr>
          <a:xfrm>
            <a:off x="5287167" y="1240132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" name="직선 연결선 1136">
            <a:extLst>
              <a:ext uri="{FF2B5EF4-FFF2-40B4-BE49-F238E27FC236}">
                <a16:creationId xmlns:a16="http://schemas.microsoft.com/office/drawing/2014/main" id="{DD683A4D-F1A3-FF18-0D28-6581CF63B901}"/>
              </a:ext>
            </a:extLst>
          </p:cNvPr>
          <p:cNvCxnSpPr>
            <a:cxnSpLocks/>
          </p:cNvCxnSpPr>
          <p:nvPr/>
        </p:nvCxnSpPr>
        <p:spPr>
          <a:xfrm>
            <a:off x="5302905" y="1278502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직선 연결선 1137">
            <a:extLst>
              <a:ext uri="{FF2B5EF4-FFF2-40B4-BE49-F238E27FC236}">
                <a16:creationId xmlns:a16="http://schemas.microsoft.com/office/drawing/2014/main" id="{40EAD6E5-1662-D82E-673B-E299E34D2798}"/>
              </a:ext>
            </a:extLst>
          </p:cNvPr>
          <p:cNvCxnSpPr>
            <a:cxnSpLocks/>
          </p:cNvCxnSpPr>
          <p:nvPr/>
        </p:nvCxnSpPr>
        <p:spPr>
          <a:xfrm>
            <a:off x="5287167" y="1321365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" name="직선 연결선 1138">
            <a:extLst>
              <a:ext uri="{FF2B5EF4-FFF2-40B4-BE49-F238E27FC236}">
                <a16:creationId xmlns:a16="http://schemas.microsoft.com/office/drawing/2014/main" id="{6568438E-AEC2-A394-0820-334E6201386B}"/>
              </a:ext>
            </a:extLst>
          </p:cNvPr>
          <p:cNvCxnSpPr>
            <a:cxnSpLocks/>
          </p:cNvCxnSpPr>
          <p:nvPr/>
        </p:nvCxnSpPr>
        <p:spPr>
          <a:xfrm>
            <a:off x="5250274" y="1367761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직선 연결선 1139">
            <a:extLst>
              <a:ext uri="{FF2B5EF4-FFF2-40B4-BE49-F238E27FC236}">
                <a16:creationId xmlns:a16="http://schemas.microsoft.com/office/drawing/2014/main" id="{2C86FBEB-24AC-E6E5-D5FE-378BBD785AC5}"/>
              </a:ext>
            </a:extLst>
          </p:cNvPr>
          <p:cNvCxnSpPr>
            <a:cxnSpLocks/>
          </p:cNvCxnSpPr>
          <p:nvPr/>
        </p:nvCxnSpPr>
        <p:spPr>
          <a:xfrm>
            <a:off x="5287167" y="1408777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1" name="직선 연결선 1140">
            <a:extLst>
              <a:ext uri="{FF2B5EF4-FFF2-40B4-BE49-F238E27FC236}">
                <a16:creationId xmlns:a16="http://schemas.microsoft.com/office/drawing/2014/main" id="{51FEBFAC-4CC3-95BB-15A5-82D6FFDF9CE5}"/>
              </a:ext>
            </a:extLst>
          </p:cNvPr>
          <p:cNvCxnSpPr>
            <a:cxnSpLocks/>
          </p:cNvCxnSpPr>
          <p:nvPr/>
        </p:nvCxnSpPr>
        <p:spPr>
          <a:xfrm>
            <a:off x="5302904" y="1452334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직선 연결선 1141">
            <a:extLst>
              <a:ext uri="{FF2B5EF4-FFF2-40B4-BE49-F238E27FC236}">
                <a16:creationId xmlns:a16="http://schemas.microsoft.com/office/drawing/2014/main" id="{5C5BB113-3DB9-1165-8CAB-77B1614D1DE6}"/>
              </a:ext>
            </a:extLst>
          </p:cNvPr>
          <p:cNvCxnSpPr>
            <a:cxnSpLocks/>
          </p:cNvCxnSpPr>
          <p:nvPr/>
        </p:nvCxnSpPr>
        <p:spPr>
          <a:xfrm>
            <a:off x="5270025" y="1495390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직선 연결선 1142">
            <a:extLst>
              <a:ext uri="{FF2B5EF4-FFF2-40B4-BE49-F238E27FC236}">
                <a16:creationId xmlns:a16="http://schemas.microsoft.com/office/drawing/2014/main" id="{24E2D37B-8C05-260F-0ED5-5EA724E6B60C}"/>
              </a:ext>
            </a:extLst>
          </p:cNvPr>
          <p:cNvCxnSpPr>
            <a:cxnSpLocks/>
          </p:cNvCxnSpPr>
          <p:nvPr/>
        </p:nvCxnSpPr>
        <p:spPr>
          <a:xfrm>
            <a:off x="5270025" y="1547584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직선 연결선 1143">
            <a:extLst>
              <a:ext uri="{FF2B5EF4-FFF2-40B4-BE49-F238E27FC236}">
                <a16:creationId xmlns:a16="http://schemas.microsoft.com/office/drawing/2014/main" id="{D6DB07AD-5FFC-A1C7-C977-6E2A1700425C}"/>
              </a:ext>
            </a:extLst>
          </p:cNvPr>
          <p:cNvCxnSpPr>
            <a:cxnSpLocks/>
          </p:cNvCxnSpPr>
          <p:nvPr/>
        </p:nvCxnSpPr>
        <p:spPr>
          <a:xfrm>
            <a:off x="5372096" y="1588065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5" name="직선 연결선 1144">
            <a:extLst>
              <a:ext uri="{FF2B5EF4-FFF2-40B4-BE49-F238E27FC236}">
                <a16:creationId xmlns:a16="http://schemas.microsoft.com/office/drawing/2014/main" id="{89D6CC7B-FDF9-3113-4669-8EE458499F54}"/>
              </a:ext>
            </a:extLst>
          </p:cNvPr>
          <p:cNvCxnSpPr>
            <a:cxnSpLocks/>
          </p:cNvCxnSpPr>
          <p:nvPr/>
        </p:nvCxnSpPr>
        <p:spPr>
          <a:xfrm>
            <a:off x="5414465" y="1632820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직선 연결선 1145">
            <a:extLst>
              <a:ext uri="{FF2B5EF4-FFF2-40B4-BE49-F238E27FC236}">
                <a16:creationId xmlns:a16="http://schemas.microsoft.com/office/drawing/2014/main" id="{6717111F-87F5-2AB6-07D7-6158DF8C4E89}"/>
              </a:ext>
            </a:extLst>
          </p:cNvPr>
          <p:cNvCxnSpPr>
            <a:cxnSpLocks/>
          </p:cNvCxnSpPr>
          <p:nvPr/>
        </p:nvCxnSpPr>
        <p:spPr>
          <a:xfrm>
            <a:off x="5395274" y="1678553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7" name="직선 연결선 1146">
            <a:extLst>
              <a:ext uri="{FF2B5EF4-FFF2-40B4-BE49-F238E27FC236}">
                <a16:creationId xmlns:a16="http://schemas.microsoft.com/office/drawing/2014/main" id="{D741774C-AE6B-E8DD-E46E-509C886E5ADF}"/>
              </a:ext>
            </a:extLst>
          </p:cNvPr>
          <p:cNvCxnSpPr>
            <a:cxnSpLocks/>
          </p:cNvCxnSpPr>
          <p:nvPr/>
        </p:nvCxnSpPr>
        <p:spPr>
          <a:xfrm>
            <a:off x="5322028" y="1727200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직선 연결선 1147">
            <a:extLst>
              <a:ext uri="{FF2B5EF4-FFF2-40B4-BE49-F238E27FC236}">
                <a16:creationId xmlns:a16="http://schemas.microsoft.com/office/drawing/2014/main" id="{76AFE0DD-2C2A-9828-D123-2700D24271C3}"/>
              </a:ext>
            </a:extLst>
          </p:cNvPr>
          <p:cNvCxnSpPr>
            <a:cxnSpLocks/>
          </p:cNvCxnSpPr>
          <p:nvPr/>
        </p:nvCxnSpPr>
        <p:spPr>
          <a:xfrm>
            <a:off x="5361773" y="1775104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9" name="직선 연결선 1148">
            <a:extLst>
              <a:ext uri="{FF2B5EF4-FFF2-40B4-BE49-F238E27FC236}">
                <a16:creationId xmlns:a16="http://schemas.microsoft.com/office/drawing/2014/main" id="{3F496EB6-897A-9E1A-D849-CCBFDB20A85A}"/>
              </a:ext>
            </a:extLst>
          </p:cNvPr>
          <p:cNvCxnSpPr>
            <a:cxnSpLocks/>
          </p:cNvCxnSpPr>
          <p:nvPr/>
        </p:nvCxnSpPr>
        <p:spPr>
          <a:xfrm>
            <a:off x="5336819" y="1821295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직선 연결선 1149">
            <a:extLst>
              <a:ext uri="{FF2B5EF4-FFF2-40B4-BE49-F238E27FC236}">
                <a16:creationId xmlns:a16="http://schemas.microsoft.com/office/drawing/2014/main" id="{64442FB4-2D88-27A9-B2EB-14E087FF3E00}"/>
              </a:ext>
            </a:extLst>
          </p:cNvPr>
          <p:cNvCxnSpPr>
            <a:cxnSpLocks/>
          </p:cNvCxnSpPr>
          <p:nvPr/>
        </p:nvCxnSpPr>
        <p:spPr>
          <a:xfrm>
            <a:off x="5302904" y="1864630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1" name="직선 연결선 1150">
            <a:extLst>
              <a:ext uri="{FF2B5EF4-FFF2-40B4-BE49-F238E27FC236}">
                <a16:creationId xmlns:a16="http://schemas.microsoft.com/office/drawing/2014/main" id="{57E7C0B4-6F65-7794-657D-A556E951E1BA}"/>
              </a:ext>
            </a:extLst>
          </p:cNvPr>
          <p:cNvCxnSpPr>
            <a:cxnSpLocks/>
          </p:cNvCxnSpPr>
          <p:nvPr/>
        </p:nvCxnSpPr>
        <p:spPr>
          <a:xfrm>
            <a:off x="5336818" y="1903520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직선 연결선 1151">
            <a:extLst>
              <a:ext uri="{FF2B5EF4-FFF2-40B4-BE49-F238E27FC236}">
                <a16:creationId xmlns:a16="http://schemas.microsoft.com/office/drawing/2014/main" id="{1F74D151-D5B5-438D-DD66-E6175457071E}"/>
              </a:ext>
            </a:extLst>
          </p:cNvPr>
          <p:cNvCxnSpPr>
            <a:cxnSpLocks/>
          </p:cNvCxnSpPr>
          <p:nvPr/>
        </p:nvCxnSpPr>
        <p:spPr>
          <a:xfrm>
            <a:off x="5379051" y="1947634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3" name="직선 연결선 1152">
            <a:extLst>
              <a:ext uri="{FF2B5EF4-FFF2-40B4-BE49-F238E27FC236}">
                <a16:creationId xmlns:a16="http://schemas.microsoft.com/office/drawing/2014/main" id="{239F401A-E134-DC34-7F4C-34442A221747}"/>
              </a:ext>
            </a:extLst>
          </p:cNvPr>
          <p:cNvCxnSpPr>
            <a:cxnSpLocks/>
          </p:cNvCxnSpPr>
          <p:nvPr/>
        </p:nvCxnSpPr>
        <p:spPr>
          <a:xfrm>
            <a:off x="5380918" y="1997749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4" name="직선 연결선 1153">
            <a:extLst>
              <a:ext uri="{FF2B5EF4-FFF2-40B4-BE49-F238E27FC236}">
                <a16:creationId xmlns:a16="http://schemas.microsoft.com/office/drawing/2014/main" id="{B5E82C91-61C4-E1D1-CEBD-369511040AB8}"/>
              </a:ext>
            </a:extLst>
          </p:cNvPr>
          <p:cNvCxnSpPr>
            <a:cxnSpLocks/>
          </p:cNvCxnSpPr>
          <p:nvPr/>
        </p:nvCxnSpPr>
        <p:spPr>
          <a:xfrm>
            <a:off x="5396227" y="2036854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5" name="직선 연결선 1154">
            <a:extLst>
              <a:ext uri="{FF2B5EF4-FFF2-40B4-BE49-F238E27FC236}">
                <a16:creationId xmlns:a16="http://schemas.microsoft.com/office/drawing/2014/main" id="{54A44067-B83A-6EB1-BBD0-722F4D2A7E21}"/>
              </a:ext>
            </a:extLst>
          </p:cNvPr>
          <p:cNvCxnSpPr>
            <a:cxnSpLocks/>
          </p:cNvCxnSpPr>
          <p:nvPr/>
        </p:nvCxnSpPr>
        <p:spPr>
          <a:xfrm>
            <a:off x="5352446" y="2080936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6" name="직선 연결선 1155">
            <a:extLst>
              <a:ext uri="{FF2B5EF4-FFF2-40B4-BE49-F238E27FC236}">
                <a16:creationId xmlns:a16="http://schemas.microsoft.com/office/drawing/2014/main" id="{82EC617F-277C-B6A9-332D-826D3209FF6C}"/>
              </a:ext>
            </a:extLst>
          </p:cNvPr>
          <p:cNvCxnSpPr>
            <a:cxnSpLocks/>
          </p:cNvCxnSpPr>
          <p:nvPr/>
        </p:nvCxnSpPr>
        <p:spPr>
          <a:xfrm>
            <a:off x="5372096" y="2120676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7" name="직선 연결선 1156">
            <a:extLst>
              <a:ext uri="{FF2B5EF4-FFF2-40B4-BE49-F238E27FC236}">
                <a16:creationId xmlns:a16="http://schemas.microsoft.com/office/drawing/2014/main" id="{6A1E784E-FE31-5A8D-3BC4-36484EAAAF33}"/>
              </a:ext>
            </a:extLst>
          </p:cNvPr>
          <p:cNvCxnSpPr>
            <a:cxnSpLocks/>
          </p:cNvCxnSpPr>
          <p:nvPr/>
        </p:nvCxnSpPr>
        <p:spPr>
          <a:xfrm>
            <a:off x="5411633" y="2169565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8" name="직선 연결선 1157">
            <a:extLst>
              <a:ext uri="{FF2B5EF4-FFF2-40B4-BE49-F238E27FC236}">
                <a16:creationId xmlns:a16="http://schemas.microsoft.com/office/drawing/2014/main" id="{7DB758A4-729C-D0B8-A563-30B2774246DF}"/>
              </a:ext>
            </a:extLst>
          </p:cNvPr>
          <p:cNvCxnSpPr>
            <a:cxnSpLocks/>
          </p:cNvCxnSpPr>
          <p:nvPr/>
        </p:nvCxnSpPr>
        <p:spPr>
          <a:xfrm>
            <a:off x="5356118" y="2215255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직선 연결선 1158">
            <a:extLst>
              <a:ext uri="{FF2B5EF4-FFF2-40B4-BE49-F238E27FC236}">
                <a16:creationId xmlns:a16="http://schemas.microsoft.com/office/drawing/2014/main" id="{93E90BEA-B236-E091-C4C5-81C7D1B287AE}"/>
              </a:ext>
            </a:extLst>
          </p:cNvPr>
          <p:cNvCxnSpPr>
            <a:cxnSpLocks/>
          </p:cNvCxnSpPr>
          <p:nvPr/>
        </p:nvCxnSpPr>
        <p:spPr>
          <a:xfrm>
            <a:off x="5282397" y="2268418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직선 연결선 1159">
            <a:extLst>
              <a:ext uri="{FF2B5EF4-FFF2-40B4-BE49-F238E27FC236}">
                <a16:creationId xmlns:a16="http://schemas.microsoft.com/office/drawing/2014/main" id="{74A0BD53-23CF-E09C-C4C1-559D92DE1955}"/>
              </a:ext>
            </a:extLst>
          </p:cNvPr>
          <p:cNvCxnSpPr>
            <a:cxnSpLocks/>
          </p:cNvCxnSpPr>
          <p:nvPr/>
        </p:nvCxnSpPr>
        <p:spPr>
          <a:xfrm>
            <a:off x="6964862" y="215409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3" name="직선 연결선 1162">
            <a:extLst>
              <a:ext uri="{FF2B5EF4-FFF2-40B4-BE49-F238E27FC236}">
                <a16:creationId xmlns:a16="http://schemas.microsoft.com/office/drawing/2014/main" id="{94C6CAED-152A-A722-3E04-96BB83A198B0}"/>
              </a:ext>
            </a:extLst>
          </p:cNvPr>
          <p:cNvCxnSpPr>
            <a:cxnSpLocks/>
          </p:cNvCxnSpPr>
          <p:nvPr/>
        </p:nvCxnSpPr>
        <p:spPr>
          <a:xfrm>
            <a:off x="6918325" y="242709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직선 연결선 1163">
            <a:extLst>
              <a:ext uri="{FF2B5EF4-FFF2-40B4-BE49-F238E27FC236}">
                <a16:creationId xmlns:a16="http://schemas.microsoft.com/office/drawing/2014/main" id="{277DC8D3-DA06-ED93-CB54-72451222A9C4}"/>
              </a:ext>
            </a:extLst>
          </p:cNvPr>
          <p:cNvCxnSpPr>
            <a:cxnSpLocks/>
          </p:cNvCxnSpPr>
          <p:nvPr/>
        </p:nvCxnSpPr>
        <p:spPr>
          <a:xfrm>
            <a:off x="6870700" y="225955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5" name="직선 연결선 1164">
            <a:extLst>
              <a:ext uri="{FF2B5EF4-FFF2-40B4-BE49-F238E27FC236}">
                <a16:creationId xmlns:a16="http://schemas.microsoft.com/office/drawing/2014/main" id="{1166A302-139D-2A1E-EFC3-E92B5CF862DA}"/>
              </a:ext>
            </a:extLst>
          </p:cNvPr>
          <p:cNvCxnSpPr>
            <a:cxnSpLocks/>
          </p:cNvCxnSpPr>
          <p:nvPr/>
        </p:nvCxnSpPr>
        <p:spPr>
          <a:xfrm>
            <a:off x="6827838" y="225954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6" name="직선 연결선 1165">
            <a:extLst>
              <a:ext uri="{FF2B5EF4-FFF2-40B4-BE49-F238E27FC236}">
                <a16:creationId xmlns:a16="http://schemas.microsoft.com/office/drawing/2014/main" id="{D540D656-BA11-14BC-7F67-835E54F4D5D3}"/>
              </a:ext>
            </a:extLst>
          </p:cNvPr>
          <p:cNvCxnSpPr>
            <a:cxnSpLocks/>
          </p:cNvCxnSpPr>
          <p:nvPr/>
        </p:nvCxnSpPr>
        <p:spPr>
          <a:xfrm>
            <a:off x="6786562" y="225954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7" name="직선 연결선 1166">
            <a:extLst>
              <a:ext uri="{FF2B5EF4-FFF2-40B4-BE49-F238E27FC236}">
                <a16:creationId xmlns:a16="http://schemas.microsoft.com/office/drawing/2014/main" id="{73DF590B-42E1-767C-9E32-9C74C595BDA1}"/>
              </a:ext>
            </a:extLst>
          </p:cNvPr>
          <p:cNvCxnSpPr>
            <a:cxnSpLocks/>
          </p:cNvCxnSpPr>
          <p:nvPr/>
        </p:nvCxnSpPr>
        <p:spPr>
          <a:xfrm>
            <a:off x="6743700" y="213142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8" name="직선 연결선 1167">
            <a:extLst>
              <a:ext uri="{FF2B5EF4-FFF2-40B4-BE49-F238E27FC236}">
                <a16:creationId xmlns:a16="http://schemas.microsoft.com/office/drawing/2014/main" id="{7585F295-D2E5-B0FA-20FD-BD11EAF43910}"/>
              </a:ext>
            </a:extLst>
          </p:cNvPr>
          <p:cNvCxnSpPr>
            <a:cxnSpLocks/>
          </p:cNvCxnSpPr>
          <p:nvPr/>
        </p:nvCxnSpPr>
        <p:spPr>
          <a:xfrm>
            <a:off x="6707188" y="194905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9" name="직선 연결선 1168">
            <a:extLst>
              <a:ext uri="{FF2B5EF4-FFF2-40B4-BE49-F238E27FC236}">
                <a16:creationId xmlns:a16="http://schemas.microsoft.com/office/drawing/2014/main" id="{3F4A7B56-C807-CF78-569E-34339708EE57}"/>
              </a:ext>
            </a:extLst>
          </p:cNvPr>
          <p:cNvCxnSpPr>
            <a:cxnSpLocks/>
          </p:cNvCxnSpPr>
          <p:nvPr/>
        </p:nvCxnSpPr>
        <p:spPr>
          <a:xfrm>
            <a:off x="6662877" y="142339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직선 연결선 1169">
            <a:extLst>
              <a:ext uri="{FF2B5EF4-FFF2-40B4-BE49-F238E27FC236}">
                <a16:creationId xmlns:a16="http://schemas.microsoft.com/office/drawing/2014/main" id="{77586E1B-E448-E869-F26C-C8A96896416E}"/>
              </a:ext>
            </a:extLst>
          </p:cNvPr>
          <p:cNvCxnSpPr>
            <a:cxnSpLocks/>
          </p:cNvCxnSpPr>
          <p:nvPr/>
        </p:nvCxnSpPr>
        <p:spPr>
          <a:xfrm>
            <a:off x="6616809" y="147101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1" name="직선 연결선 1170">
            <a:extLst>
              <a:ext uri="{FF2B5EF4-FFF2-40B4-BE49-F238E27FC236}">
                <a16:creationId xmlns:a16="http://schemas.microsoft.com/office/drawing/2014/main" id="{DE059B41-3C70-8B56-0C3E-B1E19C36005F}"/>
              </a:ext>
            </a:extLst>
          </p:cNvPr>
          <p:cNvCxnSpPr>
            <a:cxnSpLocks/>
          </p:cNvCxnSpPr>
          <p:nvPr/>
        </p:nvCxnSpPr>
        <p:spPr>
          <a:xfrm>
            <a:off x="6567885" y="225954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2" name="직선 연결선 1171">
            <a:extLst>
              <a:ext uri="{FF2B5EF4-FFF2-40B4-BE49-F238E27FC236}">
                <a16:creationId xmlns:a16="http://schemas.microsoft.com/office/drawing/2014/main" id="{C05C00C7-A0AE-82C0-B700-A3248623AED1}"/>
              </a:ext>
            </a:extLst>
          </p:cNvPr>
          <p:cNvCxnSpPr>
            <a:cxnSpLocks/>
          </p:cNvCxnSpPr>
          <p:nvPr/>
        </p:nvCxnSpPr>
        <p:spPr>
          <a:xfrm>
            <a:off x="6524438" y="253623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직선 연결선 1172">
            <a:extLst>
              <a:ext uri="{FF2B5EF4-FFF2-40B4-BE49-F238E27FC236}">
                <a16:creationId xmlns:a16="http://schemas.microsoft.com/office/drawing/2014/main" id="{7F554F13-7FDC-3025-4C0E-30C3B0789DF9}"/>
              </a:ext>
            </a:extLst>
          </p:cNvPr>
          <p:cNvCxnSpPr>
            <a:cxnSpLocks/>
          </p:cNvCxnSpPr>
          <p:nvPr/>
        </p:nvCxnSpPr>
        <p:spPr>
          <a:xfrm>
            <a:off x="6475214" y="394910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4" name="직선 연결선 1173">
            <a:extLst>
              <a:ext uri="{FF2B5EF4-FFF2-40B4-BE49-F238E27FC236}">
                <a16:creationId xmlns:a16="http://schemas.microsoft.com/office/drawing/2014/main" id="{F396C888-FC49-2696-CAC7-A696164D4B98}"/>
              </a:ext>
            </a:extLst>
          </p:cNvPr>
          <p:cNvCxnSpPr>
            <a:cxnSpLocks/>
          </p:cNvCxnSpPr>
          <p:nvPr/>
        </p:nvCxnSpPr>
        <p:spPr>
          <a:xfrm>
            <a:off x="6431569" y="394910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5" name="직선 연결선 1174">
            <a:extLst>
              <a:ext uri="{FF2B5EF4-FFF2-40B4-BE49-F238E27FC236}">
                <a16:creationId xmlns:a16="http://schemas.microsoft.com/office/drawing/2014/main" id="{54AD1482-D4BB-3945-AC43-0AB73A1F32B0}"/>
              </a:ext>
            </a:extLst>
          </p:cNvPr>
          <p:cNvCxnSpPr>
            <a:cxnSpLocks/>
          </p:cNvCxnSpPr>
          <p:nvPr/>
        </p:nvCxnSpPr>
        <p:spPr>
          <a:xfrm>
            <a:off x="6385527" y="360798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6" name="직선 연결선 1175">
            <a:extLst>
              <a:ext uri="{FF2B5EF4-FFF2-40B4-BE49-F238E27FC236}">
                <a16:creationId xmlns:a16="http://schemas.microsoft.com/office/drawing/2014/main" id="{BE3EB2D6-624B-C829-33DB-7F6A9281FF19}"/>
              </a:ext>
            </a:extLst>
          </p:cNvPr>
          <p:cNvCxnSpPr>
            <a:cxnSpLocks/>
          </p:cNvCxnSpPr>
          <p:nvPr/>
        </p:nvCxnSpPr>
        <p:spPr>
          <a:xfrm>
            <a:off x="6348730" y="331910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직선 연결선 1176">
            <a:extLst>
              <a:ext uri="{FF2B5EF4-FFF2-40B4-BE49-F238E27FC236}">
                <a16:creationId xmlns:a16="http://schemas.microsoft.com/office/drawing/2014/main" id="{C79E3714-A43E-791C-62DE-759A11D31CEF}"/>
              </a:ext>
            </a:extLst>
          </p:cNvPr>
          <p:cNvCxnSpPr>
            <a:cxnSpLocks/>
          </p:cNvCxnSpPr>
          <p:nvPr/>
        </p:nvCxnSpPr>
        <p:spPr>
          <a:xfrm>
            <a:off x="6306625" y="344111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8" name="직선 연결선 1177">
            <a:extLst>
              <a:ext uri="{FF2B5EF4-FFF2-40B4-BE49-F238E27FC236}">
                <a16:creationId xmlns:a16="http://schemas.microsoft.com/office/drawing/2014/main" id="{D98CB0DD-6CF6-50A1-4F58-E6361419236A}"/>
              </a:ext>
            </a:extLst>
          </p:cNvPr>
          <p:cNvCxnSpPr>
            <a:cxnSpLocks/>
          </p:cNvCxnSpPr>
          <p:nvPr/>
        </p:nvCxnSpPr>
        <p:spPr>
          <a:xfrm>
            <a:off x="6264391" y="360798"/>
            <a:ext cx="2" cy="278729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9" name="직선 연결선 1178">
            <a:extLst>
              <a:ext uri="{FF2B5EF4-FFF2-40B4-BE49-F238E27FC236}">
                <a16:creationId xmlns:a16="http://schemas.microsoft.com/office/drawing/2014/main" id="{A2B019E6-993B-D341-E33A-328778E72CA3}"/>
              </a:ext>
            </a:extLst>
          </p:cNvPr>
          <p:cNvCxnSpPr>
            <a:cxnSpLocks/>
          </p:cNvCxnSpPr>
          <p:nvPr/>
        </p:nvCxnSpPr>
        <p:spPr>
          <a:xfrm>
            <a:off x="6219647" y="360798"/>
            <a:ext cx="0" cy="278229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0" name="직선 연결선 1179">
            <a:extLst>
              <a:ext uri="{FF2B5EF4-FFF2-40B4-BE49-F238E27FC236}">
                <a16:creationId xmlns:a16="http://schemas.microsoft.com/office/drawing/2014/main" id="{1EC1A1F8-708F-5FB9-04EF-D54EA7DB2C36}"/>
              </a:ext>
            </a:extLst>
          </p:cNvPr>
          <p:cNvCxnSpPr>
            <a:cxnSpLocks/>
          </p:cNvCxnSpPr>
          <p:nvPr/>
        </p:nvCxnSpPr>
        <p:spPr>
          <a:xfrm>
            <a:off x="6177847" y="382678"/>
            <a:ext cx="0" cy="276041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1" name="직선 연결선 1180">
            <a:extLst>
              <a:ext uri="{FF2B5EF4-FFF2-40B4-BE49-F238E27FC236}">
                <a16:creationId xmlns:a16="http://schemas.microsoft.com/office/drawing/2014/main" id="{E62785E6-2457-97BA-F2A7-9EA3CED4A499}"/>
              </a:ext>
            </a:extLst>
          </p:cNvPr>
          <p:cNvCxnSpPr>
            <a:cxnSpLocks/>
          </p:cNvCxnSpPr>
          <p:nvPr/>
        </p:nvCxnSpPr>
        <p:spPr>
          <a:xfrm>
            <a:off x="6127073" y="360798"/>
            <a:ext cx="0" cy="274874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직선 연결선 1181">
            <a:extLst>
              <a:ext uri="{FF2B5EF4-FFF2-40B4-BE49-F238E27FC236}">
                <a16:creationId xmlns:a16="http://schemas.microsoft.com/office/drawing/2014/main" id="{3E91325B-6685-C69E-38CF-4C7EABDC72EE}"/>
              </a:ext>
            </a:extLst>
          </p:cNvPr>
          <p:cNvCxnSpPr>
            <a:cxnSpLocks/>
          </p:cNvCxnSpPr>
          <p:nvPr/>
        </p:nvCxnSpPr>
        <p:spPr>
          <a:xfrm>
            <a:off x="6075807" y="382678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3" name="직선 연결선 1182">
            <a:extLst>
              <a:ext uri="{FF2B5EF4-FFF2-40B4-BE49-F238E27FC236}">
                <a16:creationId xmlns:a16="http://schemas.microsoft.com/office/drawing/2014/main" id="{3F562463-14EF-B9C3-C553-661D39E334CD}"/>
              </a:ext>
            </a:extLst>
          </p:cNvPr>
          <p:cNvCxnSpPr>
            <a:cxnSpLocks/>
          </p:cNvCxnSpPr>
          <p:nvPr/>
        </p:nvCxnSpPr>
        <p:spPr>
          <a:xfrm>
            <a:off x="6037652" y="360798"/>
            <a:ext cx="0" cy="28111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직선 연결선 1183">
            <a:extLst>
              <a:ext uri="{FF2B5EF4-FFF2-40B4-BE49-F238E27FC236}">
                <a16:creationId xmlns:a16="http://schemas.microsoft.com/office/drawing/2014/main" id="{ABB93C77-13EC-0A31-0FD4-CD929FDC4A74}"/>
              </a:ext>
            </a:extLst>
          </p:cNvPr>
          <p:cNvCxnSpPr>
            <a:cxnSpLocks/>
          </p:cNvCxnSpPr>
          <p:nvPr/>
        </p:nvCxnSpPr>
        <p:spPr>
          <a:xfrm flipH="1">
            <a:off x="5991619" y="344111"/>
            <a:ext cx="2265" cy="285496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5" name="직선 연결선 1184">
            <a:extLst>
              <a:ext uri="{FF2B5EF4-FFF2-40B4-BE49-F238E27FC236}">
                <a16:creationId xmlns:a16="http://schemas.microsoft.com/office/drawing/2014/main" id="{91FF82D8-F6C9-F0AA-F22F-0E4DA77F8B02}"/>
              </a:ext>
            </a:extLst>
          </p:cNvPr>
          <p:cNvCxnSpPr>
            <a:cxnSpLocks/>
          </p:cNvCxnSpPr>
          <p:nvPr/>
        </p:nvCxnSpPr>
        <p:spPr>
          <a:xfrm>
            <a:off x="5948479" y="390657"/>
            <a:ext cx="0" cy="283552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6" name="직선 연결선 1185">
            <a:extLst>
              <a:ext uri="{FF2B5EF4-FFF2-40B4-BE49-F238E27FC236}">
                <a16:creationId xmlns:a16="http://schemas.microsoft.com/office/drawing/2014/main" id="{C5AF3F8E-4F6A-AB73-E0C4-9370244C8CDB}"/>
              </a:ext>
            </a:extLst>
          </p:cNvPr>
          <p:cNvCxnSpPr>
            <a:cxnSpLocks/>
          </p:cNvCxnSpPr>
          <p:nvPr/>
        </p:nvCxnSpPr>
        <p:spPr>
          <a:xfrm>
            <a:off x="5905616" y="390657"/>
            <a:ext cx="0" cy="283076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직선 연결선 1186">
            <a:extLst>
              <a:ext uri="{FF2B5EF4-FFF2-40B4-BE49-F238E27FC236}">
                <a16:creationId xmlns:a16="http://schemas.microsoft.com/office/drawing/2014/main" id="{985A31EC-5EA0-95FA-525B-7B911E87786D}"/>
              </a:ext>
            </a:extLst>
          </p:cNvPr>
          <p:cNvCxnSpPr>
            <a:cxnSpLocks/>
          </p:cNvCxnSpPr>
          <p:nvPr/>
        </p:nvCxnSpPr>
        <p:spPr>
          <a:xfrm>
            <a:off x="5855610" y="397792"/>
            <a:ext cx="0" cy="280128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직선 연결선 1187">
            <a:extLst>
              <a:ext uri="{FF2B5EF4-FFF2-40B4-BE49-F238E27FC236}">
                <a16:creationId xmlns:a16="http://schemas.microsoft.com/office/drawing/2014/main" id="{83AC8548-61C5-FF48-FCBB-FBF3529D7941}"/>
              </a:ext>
            </a:extLst>
          </p:cNvPr>
          <p:cNvCxnSpPr>
            <a:cxnSpLocks/>
          </p:cNvCxnSpPr>
          <p:nvPr/>
        </p:nvCxnSpPr>
        <p:spPr>
          <a:xfrm>
            <a:off x="5817151" y="440663"/>
            <a:ext cx="0" cy="28026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9" name="직선 연결선 1188">
            <a:extLst>
              <a:ext uri="{FF2B5EF4-FFF2-40B4-BE49-F238E27FC236}">
                <a16:creationId xmlns:a16="http://schemas.microsoft.com/office/drawing/2014/main" id="{ED3A65BC-B725-7337-342A-396FC413ABD4}"/>
              </a:ext>
            </a:extLst>
          </p:cNvPr>
          <p:cNvCxnSpPr>
            <a:cxnSpLocks/>
          </p:cNvCxnSpPr>
          <p:nvPr/>
        </p:nvCxnSpPr>
        <p:spPr>
          <a:xfrm>
            <a:off x="5774648" y="459581"/>
            <a:ext cx="0" cy="272996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0" name="직선 연결선 1189">
            <a:extLst>
              <a:ext uri="{FF2B5EF4-FFF2-40B4-BE49-F238E27FC236}">
                <a16:creationId xmlns:a16="http://schemas.microsoft.com/office/drawing/2014/main" id="{EE85D1F8-F8DC-0517-B549-C46496C37D1B}"/>
              </a:ext>
            </a:extLst>
          </p:cNvPr>
          <p:cNvCxnSpPr>
            <a:cxnSpLocks/>
          </p:cNvCxnSpPr>
          <p:nvPr/>
        </p:nvCxnSpPr>
        <p:spPr>
          <a:xfrm>
            <a:off x="5729404" y="520658"/>
            <a:ext cx="0" cy="268611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1" name="직선 연결선 1190">
            <a:extLst>
              <a:ext uri="{FF2B5EF4-FFF2-40B4-BE49-F238E27FC236}">
                <a16:creationId xmlns:a16="http://schemas.microsoft.com/office/drawing/2014/main" id="{EB586631-B0D5-2906-AA8B-14095673DA70}"/>
              </a:ext>
            </a:extLst>
          </p:cNvPr>
          <p:cNvCxnSpPr>
            <a:cxnSpLocks/>
          </p:cNvCxnSpPr>
          <p:nvPr/>
        </p:nvCxnSpPr>
        <p:spPr>
          <a:xfrm>
            <a:off x="5677017" y="520659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2" name="직선 연결선 1191">
            <a:extLst>
              <a:ext uri="{FF2B5EF4-FFF2-40B4-BE49-F238E27FC236}">
                <a16:creationId xmlns:a16="http://schemas.microsoft.com/office/drawing/2014/main" id="{98862DCE-3470-5BF0-DFC8-EBFBC235F84B}"/>
              </a:ext>
            </a:extLst>
          </p:cNvPr>
          <p:cNvCxnSpPr>
            <a:cxnSpLocks/>
          </p:cNvCxnSpPr>
          <p:nvPr/>
        </p:nvCxnSpPr>
        <p:spPr>
          <a:xfrm>
            <a:off x="5631773" y="537890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3" name="직선 연결선 1192">
            <a:extLst>
              <a:ext uri="{FF2B5EF4-FFF2-40B4-BE49-F238E27FC236}">
                <a16:creationId xmlns:a16="http://schemas.microsoft.com/office/drawing/2014/main" id="{87E1AF63-9FDF-B95E-0FBC-54629533DDBA}"/>
              </a:ext>
            </a:extLst>
          </p:cNvPr>
          <p:cNvCxnSpPr>
            <a:cxnSpLocks/>
          </p:cNvCxnSpPr>
          <p:nvPr/>
        </p:nvCxnSpPr>
        <p:spPr>
          <a:xfrm>
            <a:off x="5586529" y="490560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4" name="직선 연결선 1193">
            <a:extLst>
              <a:ext uri="{FF2B5EF4-FFF2-40B4-BE49-F238E27FC236}">
                <a16:creationId xmlns:a16="http://schemas.microsoft.com/office/drawing/2014/main" id="{E452F5C5-D820-F662-0381-486EC24435C7}"/>
              </a:ext>
            </a:extLst>
          </p:cNvPr>
          <p:cNvCxnSpPr>
            <a:cxnSpLocks/>
          </p:cNvCxnSpPr>
          <p:nvPr/>
        </p:nvCxnSpPr>
        <p:spPr>
          <a:xfrm>
            <a:off x="5538633" y="520658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5" name="직선 연결선 1194">
            <a:extLst>
              <a:ext uri="{FF2B5EF4-FFF2-40B4-BE49-F238E27FC236}">
                <a16:creationId xmlns:a16="http://schemas.microsoft.com/office/drawing/2014/main" id="{2C2A2B53-EA64-5879-E90F-4C1AFD508F2C}"/>
              </a:ext>
            </a:extLst>
          </p:cNvPr>
          <p:cNvCxnSpPr>
            <a:cxnSpLocks/>
          </p:cNvCxnSpPr>
          <p:nvPr/>
        </p:nvCxnSpPr>
        <p:spPr>
          <a:xfrm>
            <a:off x="5501975" y="574380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6" name="직선 연결선 1195">
            <a:extLst>
              <a:ext uri="{FF2B5EF4-FFF2-40B4-BE49-F238E27FC236}">
                <a16:creationId xmlns:a16="http://schemas.microsoft.com/office/drawing/2014/main" id="{BF48E6EA-1B9E-2C89-5946-420270CFB519}"/>
              </a:ext>
            </a:extLst>
          </p:cNvPr>
          <p:cNvCxnSpPr>
            <a:cxnSpLocks/>
          </p:cNvCxnSpPr>
          <p:nvPr/>
        </p:nvCxnSpPr>
        <p:spPr>
          <a:xfrm>
            <a:off x="5463016" y="552535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7" name="직선 연결선 1196">
            <a:extLst>
              <a:ext uri="{FF2B5EF4-FFF2-40B4-BE49-F238E27FC236}">
                <a16:creationId xmlns:a16="http://schemas.microsoft.com/office/drawing/2014/main" id="{F4DBD245-36E1-CFB5-E537-31FB8E148E06}"/>
              </a:ext>
            </a:extLst>
          </p:cNvPr>
          <p:cNvCxnSpPr>
            <a:cxnSpLocks/>
          </p:cNvCxnSpPr>
          <p:nvPr/>
        </p:nvCxnSpPr>
        <p:spPr>
          <a:xfrm>
            <a:off x="5414131" y="584564"/>
            <a:ext cx="0" cy="26688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1" name="직선 연결선 1210">
            <a:extLst>
              <a:ext uri="{FF2B5EF4-FFF2-40B4-BE49-F238E27FC236}">
                <a16:creationId xmlns:a16="http://schemas.microsoft.com/office/drawing/2014/main" id="{EABD6789-131D-23C5-7F74-91E472497C17}"/>
              </a:ext>
            </a:extLst>
          </p:cNvPr>
          <p:cNvCxnSpPr>
            <a:cxnSpLocks/>
          </p:cNvCxnSpPr>
          <p:nvPr/>
        </p:nvCxnSpPr>
        <p:spPr>
          <a:xfrm>
            <a:off x="5352445" y="2310231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2" name="직선 연결선 1211">
            <a:extLst>
              <a:ext uri="{FF2B5EF4-FFF2-40B4-BE49-F238E27FC236}">
                <a16:creationId xmlns:a16="http://schemas.microsoft.com/office/drawing/2014/main" id="{41B5F6E2-D979-F8B9-19DE-979D46BEFEFD}"/>
              </a:ext>
            </a:extLst>
          </p:cNvPr>
          <p:cNvCxnSpPr>
            <a:cxnSpLocks/>
          </p:cNvCxnSpPr>
          <p:nvPr/>
        </p:nvCxnSpPr>
        <p:spPr>
          <a:xfrm>
            <a:off x="5352445" y="2356524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3" name="직선 연결선 1212">
            <a:extLst>
              <a:ext uri="{FF2B5EF4-FFF2-40B4-BE49-F238E27FC236}">
                <a16:creationId xmlns:a16="http://schemas.microsoft.com/office/drawing/2014/main" id="{BD3D87A5-CD84-AF22-9FF7-73CE073A95CF}"/>
              </a:ext>
            </a:extLst>
          </p:cNvPr>
          <p:cNvCxnSpPr>
            <a:cxnSpLocks/>
          </p:cNvCxnSpPr>
          <p:nvPr/>
        </p:nvCxnSpPr>
        <p:spPr>
          <a:xfrm>
            <a:off x="5379850" y="2405571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4" name="직선 연결선 1213">
            <a:extLst>
              <a:ext uri="{FF2B5EF4-FFF2-40B4-BE49-F238E27FC236}">
                <a16:creationId xmlns:a16="http://schemas.microsoft.com/office/drawing/2014/main" id="{55F462E3-31E9-F4C5-8658-68CDA1D43B1A}"/>
              </a:ext>
            </a:extLst>
          </p:cNvPr>
          <p:cNvCxnSpPr>
            <a:cxnSpLocks/>
          </p:cNvCxnSpPr>
          <p:nvPr/>
        </p:nvCxnSpPr>
        <p:spPr>
          <a:xfrm>
            <a:off x="5371165" y="2440469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5" name="직선 연결선 1214">
            <a:extLst>
              <a:ext uri="{FF2B5EF4-FFF2-40B4-BE49-F238E27FC236}">
                <a16:creationId xmlns:a16="http://schemas.microsoft.com/office/drawing/2014/main" id="{AB62055B-2C64-BC41-34FC-4E5B3F7B6458}"/>
              </a:ext>
            </a:extLst>
          </p:cNvPr>
          <p:cNvCxnSpPr>
            <a:cxnSpLocks/>
          </p:cNvCxnSpPr>
          <p:nvPr/>
        </p:nvCxnSpPr>
        <p:spPr>
          <a:xfrm>
            <a:off x="5391257" y="2481737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6" name="직선 연결선 1215">
            <a:extLst>
              <a:ext uri="{FF2B5EF4-FFF2-40B4-BE49-F238E27FC236}">
                <a16:creationId xmlns:a16="http://schemas.microsoft.com/office/drawing/2014/main" id="{A2F727CA-C78E-24D6-8B21-23F00FB0E042}"/>
              </a:ext>
            </a:extLst>
          </p:cNvPr>
          <p:cNvCxnSpPr>
            <a:cxnSpLocks/>
          </p:cNvCxnSpPr>
          <p:nvPr/>
        </p:nvCxnSpPr>
        <p:spPr>
          <a:xfrm>
            <a:off x="5336818" y="2524474"/>
            <a:ext cx="185514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9" name="직사각형 1218">
            <a:extLst>
              <a:ext uri="{FF2B5EF4-FFF2-40B4-BE49-F238E27FC236}">
                <a16:creationId xmlns:a16="http://schemas.microsoft.com/office/drawing/2014/main" id="{71F0D7F9-B273-DBBC-941B-21869F6C170B}"/>
              </a:ext>
            </a:extLst>
          </p:cNvPr>
          <p:cNvSpPr/>
          <p:nvPr/>
        </p:nvSpPr>
        <p:spPr>
          <a:xfrm>
            <a:off x="2485263" y="638294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B29181"/>
                </a:solidFill>
              </a:rPr>
              <a:t>#B29181</a:t>
            </a:r>
            <a:endParaRPr lang="ko-KR" altLang="en-US" dirty="0">
              <a:solidFill>
                <a:srgbClr val="B29181"/>
              </a:solidFill>
            </a:endParaRPr>
          </a:p>
        </p:txBody>
      </p:sp>
      <p:cxnSp>
        <p:nvCxnSpPr>
          <p:cNvPr id="1220" name="연결선: 꺾임 1219">
            <a:extLst>
              <a:ext uri="{FF2B5EF4-FFF2-40B4-BE49-F238E27FC236}">
                <a16:creationId xmlns:a16="http://schemas.microsoft.com/office/drawing/2014/main" id="{C6F22A5A-79BB-9E7B-2254-0CC071A878AB}"/>
              </a:ext>
            </a:extLst>
          </p:cNvPr>
          <p:cNvCxnSpPr>
            <a:cxnSpLocks/>
          </p:cNvCxnSpPr>
          <p:nvPr/>
        </p:nvCxnSpPr>
        <p:spPr>
          <a:xfrm>
            <a:off x="4139960" y="766579"/>
            <a:ext cx="2267302" cy="1127491"/>
          </a:xfrm>
          <a:prstGeom prst="bentConnector3">
            <a:avLst>
              <a:gd name="adj1" fmla="val 29625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23" name="직사각형 1222">
            <a:extLst>
              <a:ext uri="{FF2B5EF4-FFF2-40B4-BE49-F238E27FC236}">
                <a16:creationId xmlns:a16="http://schemas.microsoft.com/office/drawing/2014/main" id="{A0AA23F5-6252-9214-9E00-C9858BBBCA6A}"/>
              </a:ext>
            </a:extLst>
          </p:cNvPr>
          <p:cNvSpPr/>
          <p:nvPr/>
        </p:nvSpPr>
        <p:spPr>
          <a:xfrm>
            <a:off x="2487467" y="903623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D9D1D3"/>
                </a:solidFill>
              </a:rPr>
              <a:t>#D9D1D3`</a:t>
            </a:r>
            <a:endParaRPr lang="ko-KR" altLang="en-US" dirty="0">
              <a:solidFill>
                <a:srgbClr val="D9D1D3"/>
              </a:solidFill>
            </a:endParaRPr>
          </a:p>
        </p:txBody>
      </p:sp>
      <p:sp>
        <p:nvSpPr>
          <p:cNvPr id="1227" name="직사각형 1226">
            <a:extLst>
              <a:ext uri="{FF2B5EF4-FFF2-40B4-BE49-F238E27FC236}">
                <a16:creationId xmlns:a16="http://schemas.microsoft.com/office/drawing/2014/main" id="{BA3B1BC2-CD03-E0E2-470B-BFEFD635047D}"/>
              </a:ext>
            </a:extLst>
          </p:cNvPr>
          <p:cNvSpPr/>
          <p:nvPr/>
        </p:nvSpPr>
        <p:spPr>
          <a:xfrm>
            <a:off x="2487300" y="1178069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805B57"/>
                </a:solidFill>
              </a:rPr>
              <a:t>#805B57</a:t>
            </a:r>
            <a:endParaRPr lang="ko-KR" altLang="en-US" dirty="0">
              <a:solidFill>
                <a:srgbClr val="805B57"/>
              </a:solidFill>
            </a:endParaRPr>
          </a:p>
        </p:txBody>
      </p:sp>
      <p:cxnSp>
        <p:nvCxnSpPr>
          <p:cNvPr id="1228" name="연결선: 꺾임 1227">
            <a:extLst>
              <a:ext uri="{FF2B5EF4-FFF2-40B4-BE49-F238E27FC236}">
                <a16:creationId xmlns:a16="http://schemas.microsoft.com/office/drawing/2014/main" id="{07FA5471-AE45-D929-A0F4-80283056A1EB}"/>
              </a:ext>
            </a:extLst>
          </p:cNvPr>
          <p:cNvCxnSpPr>
            <a:cxnSpLocks/>
          </p:cNvCxnSpPr>
          <p:nvPr/>
        </p:nvCxnSpPr>
        <p:spPr>
          <a:xfrm flipV="1">
            <a:off x="4147596" y="1292703"/>
            <a:ext cx="2259666" cy="71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31" name="직사각형 1230">
            <a:extLst>
              <a:ext uri="{FF2B5EF4-FFF2-40B4-BE49-F238E27FC236}">
                <a16:creationId xmlns:a16="http://schemas.microsoft.com/office/drawing/2014/main" id="{D4E52F5E-6A8F-CAE1-57FC-755D1402A2AD}"/>
              </a:ext>
            </a:extLst>
          </p:cNvPr>
          <p:cNvSpPr/>
          <p:nvPr/>
        </p:nvSpPr>
        <p:spPr>
          <a:xfrm>
            <a:off x="2489659" y="1449699"/>
            <a:ext cx="1647825" cy="2457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3F1E13"/>
                </a:solidFill>
              </a:rPr>
              <a:t>#3F1E13</a:t>
            </a:r>
            <a:endParaRPr lang="ko-KR" altLang="en-US" dirty="0">
              <a:solidFill>
                <a:srgbClr val="3F1E13"/>
              </a:solidFill>
            </a:endParaRPr>
          </a:p>
        </p:txBody>
      </p:sp>
      <p:cxnSp>
        <p:nvCxnSpPr>
          <p:cNvPr id="1232" name="연결선: 꺾임 1231">
            <a:extLst>
              <a:ext uri="{FF2B5EF4-FFF2-40B4-BE49-F238E27FC236}">
                <a16:creationId xmlns:a16="http://schemas.microsoft.com/office/drawing/2014/main" id="{89D63DD3-E9C6-BCC4-B012-CD6C089E8AB0}"/>
              </a:ext>
            </a:extLst>
          </p:cNvPr>
          <p:cNvCxnSpPr>
            <a:cxnSpLocks/>
          </p:cNvCxnSpPr>
          <p:nvPr/>
        </p:nvCxnSpPr>
        <p:spPr>
          <a:xfrm flipV="1">
            <a:off x="4158446" y="1261134"/>
            <a:ext cx="2225434" cy="317133"/>
          </a:xfrm>
          <a:prstGeom prst="bentConnector3">
            <a:avLst>
              <a:gd name="adj1" fmla="val 28921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563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C87D0FA-2DFF-027F-417C-92A9470B3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695" y="214107"/>
            <a:ext cx="2267029" cy="5898117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34E8096-5E66-E8C8-92DE-B5473728CDAB}"/>
              </a:ext>
            </a:extLst>
          </p:cNvPr>
          <p:cNvCxnSpPr/>
          <p:nvPr/>
        </p:nvCxnSpPr>
        <p:spPr>
          <a:xfrm>
            <a:off x="2531268" y="8572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BEBD360-D534-88F1-56CB-FC5E86835A2D}"/>
              </a:ext>
            </a:extLst>
          </p:cNvPr>
          <p:cNvCxnSpPr/>
          <p:nvPr/>
        </p:nvCxnSpPr>
        <p:spPr>
          <a:xfrm>
            <a:off x="2812256" y="4071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F3B0E89-48A8-DEBC-F884-99756D1401C4}"/>
              </a:ext>
            </a:extLst>
          </p:cNvPr>
          <p:cNvCxnSpPr/>
          <p:nvPr/>
        </p:nvCxnSpPr>
        <p:spPr>
          <a:xfrm>
            <a:off x="2812256" y="4500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6CBA3F7-5046-3F82-DD6B-40DCA23ABFB8}"/>
              </a:ext>
            </a:extLst>
          </p:cNvPr>
          <p:cNvCxnSpPr/>
          <p:nvPr/>
        </p:nvCxnSpPr>
        <p:spPr>
          <a:xfrm>
            <a:off x="2833687" y="4905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576B2B8-15F0-86BE-753C-7F6BC7663FB8}"/>
              </a:ext>
            </a:extLst>
          </p:cNvPr>
          <p:cNvCxnSpPr/>
          <p:nvPr/>
        </p:nvCxnSpPr>
        <p:spPr>
          <a:xfrm>
            <a:off x="2833687" y="5381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8D1824E-34F8-FDD4-FCEC-4299D857098D}"/>
              </a:ext>
            </a:extLst>
          </p:cNvPr>
          <p:cNvCxnSpPr/>
          <p:nvPr/>
        </p:nvCxnSpPr>
        <p:spPr>
          <a:xfrm>
            <a:off x="2812256" y="5881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6A03139-16CE-D4A8-1F82-3364608BEF00}"/>
              </a:ext>
            </a:extLst>
          </p:cNvPr>
          <p:cNvCxnSpPr/>
          <p:nvPr/>
        </p:nvCxnSpPr>
        <p:spPr>
          <a:xfrm>
            <a:off x="2833687" y="63103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0D5BB56-7237-4335-ABEA-B8BDC48270EB}"/>
              </a:ext>
            </a:extLst>
          </p:cNvPr>
          <p:cNvCxnSpPr/>
          <p:nvPr/>
        </p:nvCxnSpPr>
        <p:spPr>
          <a:xfrm>
            <a:off x="2812256" y="6762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8E92DD3-F12A-4486-1307-82884BC72428}"/>
              </a:ext>
            </a:extLst>
          </p:cNvPr>
          <p:cNvCxnSpPr/>
          <p:nvPr/>
        </p:nvCxnSpPr>
        <p:spPr>
          <a:xfrm>
            <a:off x="2833687" y="7215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EF7A795-91D8-A8E7-623C-266F92FA12CF}"/>
              </a:ext>
            </a:extLst>
          </p:cNvPr>
          <p:cNvCxnSpPr/>
          <p:nvPr/>
        </p:nvCxnSpPr>
        <p:spPr>
          <a:xfrm>
            <a:off x="2833687" y="7643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4ED28C0-311E-C408-ACA2-9FFDC76539C6}"/>
              </a:ext>
            </a:extLst>
          </p:cNvPr>
          <p:cNvCxnSpPr/>
          <p:nvPr/>
        </p:nvCxnSpPr>
        <p:spPr>
          <a:xfrm>
            <a:off x="2745580" y="81200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6D48810-1874-3171-5C56-5E5A0AF3007F}"/>
              </a:ext>
            </a:extLst>
          </p:cNvPr>
          <p:cNvCxnSpPr/>
          <p:nvPr/>
        </p:nvCxnSpPr>
        <p:spPr>
          <a:xfrm>
            <a:off x="2812256" y="9024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F8BB684-403E-7E0D-947C-CE6416374DAA}"/>
              </a:ext>
            </a:extLst>
          </p:cNvPr>
          <p:cNvCxnSpPr/>
          <p:nvPr/>
        </p:nvCxnSpPr>
        <p:spPr>
          <a:xfrm>
            <a:off x="2681287" y="3571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680BA27-2F66-2E4B-0B0C-3460E34E4A35}"/>
              </a:ext>
            </a:extLst>
          </p:cNvPr>
          <p:cNvCxnSpPr/>
          <p:nvPr/>
        </p:nvCxnSpPr>
        <p:spPr>
          <a:xfrm>
            <a:off x="2833687" y="94297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756C99E-BE7C-98A7-209C-3098E2CB3FDE}"/>
              </a:ext>
            </a:extLst>
          </p:cNvPr>
          <p:cNvCxnSpPr/>
          <p:nvPr/>
        </p:nvCxnSpPr>
        <p:spPr>
          <a:xfrm>
            <a:off x="2833687" y="99060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287A15D-CF2A-4BAC-D8D1-E75C1AF77118}"/>
              </a:ext>
            </a:extLst>
          </p:cNvPr>
          <p:cNvCxnSpPr/>
          <p:nvPr/>
        </p:nvCxnSpPr>
        <p:spPr>
          <a:xfrm>
            <a:off x="2869406" y="10310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AA5085D-32EA-970F-7757-EE5181EEDC9B}"/>
              </a:ext>
            </a:extLst>
          </p:cNvPr>
          <p:cNvCxnSpPr/>
          <p:nvPr/>
        </p:nvCxnSpPr>
        <p:spPr>
          <a:xfrm>
            <a:off x="2745580" y="10810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8A78AF4-29AA-35CA-F7FC-C5E7D6589604}"/>
              </a:ext>
            </a:extLst>
          </p:cNvPr>
          <p:cNvCxnSpPr/>
          <p:nvPr/>
        </p:nvCxnSpPr>
        <p:spPr>
          <a:xfrm>
            <a:off x="2812256" y="11310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F0524BE-C6FD-3327-7611-17F0E5B1B8B9}"/>
              </a:ext>
            </a:extLst>
          </p:cNvPr>
          <p:cNvCxnSpPr/>
          <p:nvPr/>
        </p:nvCxnSpPr>
        <p:spPr>
          <a:xfrm>
            <a:off x="2812256" y="11715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3C09054-474E-8B87-E344-5E2AFF0B1F49}"/>
              </a:ext>
            </a:extLst>
          </p:cNvPr>
          <p:cNvCxnSpPr/>
          <p:nvPr/>
        </p:nvCxnSpPr>
        <p:spPr>
          <a:xfrm>
            <a:off x="2745580" y="121443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62FB3E9-6A15-4A1A-6E7A-FDEC614DBF0A}"/>
              </a:ext>
            </a:extLst>
          </p:cNvPr>
          <p:cNvCxnSpPr/>
          <p:nvPr/>
        </p:nvCxnSpPr>
        <p:spPr>
          <a:xfrm>
            <a:off x="2681287" y="12620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E8B8F14-100F-E34B-C6FA-6DD8805D7F21}"/>
              </a:ext>
            </a:extLst>
          </p:cNvPr>
          <p:cNvCxnSpPr/>
          <p:nvPr/>
        </p:nvCxnSpPr>
        <p:spPr>
          <a:xfrm>
            <a:off x="2745580" y="13025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1206906-30DD-BBDE-6814-18324765092A}"/>
              </a:ext>
            </a:extLst>
          </p:cNvPr>
          <p:cNvCxnSpPr/>
          <p:nvPr/>
        </p:nvCxnSpPr>
        <p:spPr>
          <a:xfrm>
            <a:off x="2774156" y="13501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4064A15-A49E-B540-FF85-8E1F8EB5264C}"/>
              </a:ext>
            </a:extLst>
          </p:cNvPr>
          <p:cNvCxnSpPr/>
          <p:nvPr/>
        </p:nvCxnSpPr>
        <p:spPr>
          <a:xfrm>
            <a:off x="2812256" y="13930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9A54A4F-DA9C-3F25-2B8A-FC20A093EBFA}"/>
              </a:ext>
            </a:extLst>
          </p:cNvPr>
          <p:cNvCxnSpPr/>
          <p:nvPr/>
        </p:nvCxnSpPr>
        <p:spPr>
          <a:xfrm>
            <a:off x="2869406" y="14335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BE61CEF-B91D-5786-CA89-BC0C025F3B08}"/>
              </a:ext>
            </a:extLst>
          </p:cNvPr>
          <p:cNvCxnSpPr/>
          <p:nvPr/>
        </p:nvCxnSpPr>
        <p:spPr>
          <a:xfrm>
            <a:off x="2812256" y="14811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1920894-180B-F82C-55A6-2C1F131CCB8C}"/>
              </a:ext>
            </a:extLst>
          </p:cNvPr>
          <p:cNvCxnSpPr/>
          <p:nvPr/>
        </p:nvCxnSpPr>
        <p:spPr>
          <a:xfrm>
            <a:off x="2833687" y="15311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D596E91-6113-AB61-4D16-CB9D2693AD0D}"/>
              </a:ext>
            </a:extLst>
          </p:cNvPr>
          <p:cNvCxnSpPr/>
          <p:nvPr/>
        </p:nvCxnSpPr>
        <p:spPr>
          <a:xfrm>
            <a:off x="2790825" y="15811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9D9E277-E391-CF4E-5F7A-A91AAA942DB8}"/>
              </a:ext>
            </a:extLst>
          </p:cNvPr>
          <p:cNvCxnSpPr/>
          <p:nvPr/>
        </p:nvCxnSpPr>
        <p:spPr>
          <a:xfrm>
            <a:off x="2907506" y="163115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B90693B9-0113-6D8E-328E-E3F87DFCE025}"/>
              </a:ext>
            </a:extLst>
          </p:cNvPr>
          <p:cNvCxnSpPr/>
          <p:nvPr/>
        </p:nvCxnSpPr>
        <p:spPr>
          <a:xfrm>
            <a:off x="2907506" y="16740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A46648B2-7AFC-F2E1-CC17-555965DB5BB1}"/>
              </a:ext>
            </a:extLst>
          </p:cNvPr>
          <p:cNvCxnSpPr/>
          <p:nvPr/>
        </p:nvCxnSpPr>
        <p:spPr>
          <a:xfrm>
            <a:off x="2947988" y="17192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DD0C8F51-DB93-5E0F-7B61-106466F4087A}"/>
              </a:ext>
            </a:extLst>
          </p:cNvPr>
          <p:cNvCxnSpPr/>
          <p:nvPr/>
        </p:nvCxnSpPr>
        <p:spPr>
          <a:xfrm>
            <a:off x="2947988" y="17692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003E2B9B-06FC-500B-2E4C-E42F50967D3D}"/>
              </a:ext>
            </a:extLst>
          </p:cNvPr>
          <p:cNvCxnSpPr/>
          <p:nvPr/>
        </p:nvCxnSpPr>
        <p:spPr>
          <a:xfrm>
            <a:off x="2986087" y="18121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7500855-6C93-3274-D8D0-24AFF2F896B5}"/>
              </a:ext>
            </a:extLst>
          </p:cNvPr>
          <p:cNvCxnSpPr/>
          <p:nvPr/>
        </p:nvCxnSpPr>
        <p:spPr>
          <a:xfrm>
            <a:off x="2947988" y="185261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96C0E63-4772-831B-210D-B4EED6A1D213}"/>
              </a:ext>
            </a:extLst>
          </p:cNvPr>
          <p:cNvCxnSpPr/>
          <p:nvPr/>
        </p:nvCxnSpPr>
        <p:spPr>
          <a:xfrm>
            <a:off x="2907506" y="18978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AC77954-BA09-5DD3-B0ED-82C4CC70B6B0}"/>
              </a:ext>
            </a:extLst>
          </p:cNvPr>
          <p:cNvCxnSpPr/>
          <p:nvPr/>
        </p:nvCxnSpPr>
        <p:spPr>
          <a:xfrm>
            <a:off x="2907506" y="19502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14770CED-578F-F2F6-BC00-91116831293D}"/>
              </a:ext>
            </a:extLst>
          </p:cNvPr>
          <p:cNvCxnSpPr/>
          <p:nvPr/>
        </p:nvCxnSpPr>
        <p:spPr>
          <a:xfrm>
            <a:off x="2947988" y="19978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5A4FB8C-A46F-D30F-B167-4A918FDAB9BE}"/>
              </a:ext>
            </a:extLst>
          </p:cNvPr>
          <p:cNvCxnSpPr/>
          <p:nvPr/>
        </p:nvCxnSpPr>
        <p:spPr>
          <a:xfrm>
            <a:off x="2924175" y="20407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5D8860B-90B8-62CF-0541-A2DA34E2DCD0}"/>
              </a:ext>
            </a:extLst>
          </p:cNvPr>
          <p:cNvCxnSpPr/>
          <p:nvPr/>
        </p:nvCxnSpPr>
        <p:spPr>
          <a:xfrm>
            <a:off x="2924175" y="20835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DFEE3A3-80CA-D90C-C88B-8F72348CD34E}"/>
              </a:ext>
            </a:extLst>
          </p:cNvPr>
          <p:cNvCxnSpPr/>
          <p:nvPr/>
        </p:nvCxnSpPr>
        <p:spPr>
          <a:xfrm>
            <a:off x="2940843" y="21216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86ACD495-02CF-D307-4ECB-668B7EE3DE3A}"/>
              </a:ext>
            </a:extLst>
          </p:cNvPr>
          <p:cNvCxnSpPr/>
          <p:nvPr/>
        </p:nvCxnSpPr>
        <p:spPr>
          <a:xfrm>
            <a:off x="2940843" y="21669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5CA12B05-0EBF-5597-9174-0C3CD56E0DE7}"/>
              </a:ext>
            </a:extLst>
          </p:cNvPr>
          <p:cNvCxnSpPr/>
          <p:nvPr/>
        </p:nvCxnSpPr>
        <p:spPr>
          <a:xfrm>
            <a:off x="2924175" y="22074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A8402707-D0E7-9F84-1506-8F226C354192}"/>
              </a:ext>
            </a:extLst>
          </p:cNvPr>
          <p:cNvCxnSpPr/>
          <p:nvPr/>
        </p:nvCxnSpPr>
        <p:spPr>
          <a:xfrm>
            <a:off x="2947988" y="22574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8272FFD4-4CD1-3646-C57C-ECDA8BBC12E0}"/>
              </a:ext>
            </a:extLst>
          </p:cNvPr>
          <p:cNvCxnSpPr/>
          <p:nvPr/>
        </p:nvCxnSpPr>
        <p:spPr>
          <a:xfrm>
            <a:off x="2967037" y="23026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823A5DBA-A972-1CAC-037F-81BEC9488AC3}"/>
              </a:ext>
            </a:extLst>
          </p:cNvPr>
          <p:cNvCxnSpPr/>
          <p:nvPr/>
        </p:nvCxnSpPr>
        <p:spPr>
          <a:xfrm>
            <a:off x="2947988" y="23431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C8C84B4-701B-D6CA-0524-7F9CAC4C7061}"/>
              </a:ext>
            </a:extLst>
          </p:cNvPr>
          <p:cNvCxnSpPr/>
          <p:nvPr/>
        </p:nvCxnSpPr>
        <p:spPr>
          <a:xfrm>
            <a:off x="2940843" y="23860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06A95D4-68D9-641B-8EE4-E0F3DD7E8B4D}"/>
              </a:ext>
            </a:extLst>
          </p:cNvPr>
          <p:cNvCxnSpPr/>
          <p:nvPr/>
        </p:nvCxnSpPr>
        <p:spPr>
          <a:xfrm>
            <a:off x="2924175" y="243363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9AB58633-FE4E-E74D-E3E7-66720BDEC66A}"/>
              </a:ext>
            </a:extLst>
          </p:cNvPr>
          <p:cNvCxnSpPr/>
          <p:nvPr/>
        </p:nvCxnSpPr>
        <p:spPr>
          <a:xfrm>
            <a:off x="2986087" y="248840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38CF732F-9CD0-4599-9D2B-B681B7BD852B}"/>
              </a:ext>
            </a:extLst>
          </p:cNvPr>
          <p:cNvCxnSpPr/>
          <p:nvPr/>
        </p:nvCxnSpPr>
        <p:spPr>
          <a:xfrm>
            <a:off x="3009900" y="253127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3CE245A-7BF9-94BD-6878-FEED4C5BD40F}"/>
              </a:ext>
            </a:extLst>
          </p:cNvPr>
          <p:cNvCxnSpPr/>
          <p:nvPr/>
        </p:nvCxnSpPr>
        <p:spPr>
          <a:xfrm>
            <a:off x="3040856" y="257175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687DDDD-0EBD-BFBD-6E51-7682FDAC4CAB}"/>
              </a:ext>
            </a:extLst>
          </p:cNvPr>
          <p:cNvCxnSpPr/>
          <p:nvPr/>
        </p:nvCxnSpPr>
        <p:spPr>
          <a:xfrm>
            <a:off x="3069431" y="262175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54DE64C-7ED3-E4A5-862F-44911018E8EE}"/>
              </a:ext>
            </a:extLst>
          </p:cNvPr>
          <p:cNvCxnSpPr/>
          <p:nvPr/>
        </p:nvCxnSpPr>
        <p:spPr>
          <a:xfrm>
            <a:off x="3040856" y="266700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94D42644-64DA-027B-E3D1-46BE2D801B22}"/>
              </a:ext>
            </a:extLst>
          </p:cNvPr>
          <p:cNvCxnSpPr/>
          <p:nvPr/>
        </p:nvCxnSpPr>
        <p:spPr>
          <a:xfrm>
            <a:off x="3040856" y="27146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286EBE9-CA29-7119-ED22-A07007D67174}"/>
              </a:ext>
            </a:extLst>
          </p:cNvPr>
          <p:cNvCxnSpPr/>
          <p:nvPr/>
        </p:nvCxnSpPr>
        <p:spPr>
          <a:xfrm>
            <a:off x="3040856" y="27574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0FE4D6BD-8714-B73A-BC50-A7952ECE47B2}"/>
              </a:ext>
            </a:extLst>
          </p:cNvPr>
          <p:cNvCxnSpPr/>
          <p:nvPr/>
        </p:nvCxnSpPr>
        <p:spPr>
          <a:xfrm>
            <a:off x="3040856" y="280035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14FDF06B-B61B-70DF-E370-419CCF03FD39}"/>
              </a:ext>
            </a:extLst>
          </p:cNvPr>
          <p:cNvCxnSpPr/>
          <p:nvPr/>
        </p:nvCxnSpPr>
        <p:spPr>
          <a:xfrm>
            <a:off x="3202780" y="28455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B836B711-D1F9-39E7-F7B4-A961D530277A}"/>
              </a:ext>
            </a:extLst>
          </p:cNvPr>
          <p:cNvCxnSpPr/>
          <p:nvPr/>
        </p:nvCxnSpPr>
        <p:spPr>
          <a:xfrm>
            <a:off x="3157537" y="289083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9D9D6AA-4D98-BE39-63CB-4C199938B610}"/>
              </a:ext>
            </a:extLst>
          </p:cNvPr>
          <p:cNvCxnSpPr/>
          <p:nvPr/>
        </p:nvCxnSpPr>
        <p:spPr>
          <a:xfrm>
            <a:off x="3157537" y="293846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537E446-5EBF-7033-8068-E02CB6575F62}"/>
              </a:ext>
            </a:extLst>
          </p:cNvPr>
          <p:cNvCxnSpPr/>
          <p:nvPr/>
        </p:nvCxnSpPr>
        <p:spPr>
          <a:xfrm>
            <a:off x="3202780" y="298132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7914F476-0325-4396-E4DA-BA4B14910B51}"/>
              </a:ext>
            </a:extLst>
          </p:cNvPr>
          <p:cNvCxnSpPr/>
          <p:nvPr/>
        </p:nvCxnSpPr>
        <p:spPr>
          <a:xfrm>
            <a:off x="3202780" y="302895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056E33B-0754-C606-8A56-3F65DE6285E6}"/>
              </a:ext>
            </a:extLst>
          </p:cNvPr>
          <p:cNvCxnSpPr/>
          <p:nvPr/>
        </p:nvCxnSpPr>
        <p:spPr>
          <a:xfrm>
            <a:off x="3183731" y="306943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C10E5E55-8907-1C3D-2824-916D1EE5C4CF}"/>
              </a:ext>
            </a:extLst>
          </p:cNvPr>
          <p:cNvCxnSpPr/>
          <p:nvPr/>
        </p:nvCxnSpPr>
        <p:spPr>
          <a:xfrm>
            <a:off x="3183731" y="311705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68EAB92E-8961-E991-7E06-23142FB2ED25}"/>
              </a:ext>
            </a:extLst>
          </p:cNvPr>
          <p:cNvCxnSpPr/>
          <p:nvPr/>
        </p:nvCxnSpPr>
        <p:spPr>
          <a:xfrm>
            <a:off x="3183731" y="316230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0476EE6D-79CD-9F2F-B101-84B06A9127B8}"/>
              </a:ext>
            </a:extLst>
          </p:cNvPr>
          <p:cNvCxnSpPr/>
          <p:nvPr/>
        </p:nvCxnSpPr>
        <p:spPr>
          <a:xfrm>
            <a:off x="3183731" y="320278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9C6AC4AE-435B-45CC-7EF7-DFB81D5A9187}"/>
              </a:ext>
            </a:extLst>
          </p:cNvPr>
          <p:cNvCxnSpPr/>
          <p:nvPr/>
        </p:nvCxnSpPr>
        <p:spPr>
          <a:xfrm>
            <a:off x="3183731" y="324564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3E4DDC22-8266-EE6D-0AFC-763C81994490}"/>
              </a:ext>
            </a:extLst>
          </p:cNvPr>
          <p:cNvCxnSpPr/>
          <p:nvPr/>
        </p:nvCxnSpPr>
        <p:spPr>
          <a:xfrm>
            <a:off x="3157537" y="32908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F175BC4-749F-00D8-903B-40720F440D33}"/>
              </a:ext>
            </a:extLst>
          </p:cNvPr>
          <p:cNvCxnSpPr/>
          <p:nvPr/>
        </p:nvCxnSpPr>
        <p:spPr>
          <a:xfrm>
            <a:off x="3274219" y="333851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DB3D9153-5DAE-0EC6-831A-9FAD58F1D432}"/>
              </a:ext>
            </a:extLst>
          </p:cNvPr>
          <p:cNvCxnSpPr/>
          <p:nvPr/>
        </p:nvCxnSpPr>
        <p:spPr>
          <a:xfrm>
            <a:off x="3309937" y="338852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5842D623-993F-9251-393E-06DCFD3D8FCC}"/>
              </a:ext>
            </a:extLst>
          </p:cNvPr>
          <p:cNvCxnSpPr/>
          <p:nvPr/>
        </p:nvCxnSpPr>
        <p:spPr>
          <a:xfrm>
            <a:off x="3309937" y="34337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9BE7D810-6130-451B-39A0-4FB0CF480927}"/>
              </a:ext>
            </a:extLst>
          </p:cNvPr>
          <p:cNvCxnSpPr/>
          <p:nvPr/>
        </p:nvCxnSpPr>
        <p:spPr>
          <a:xfrm>
            <a:off x="3450431" y="34813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7690470-F194-F530-3257-2BE8856629BC}"/>
              </a:ext>
            </a:extLst>
          </p:cNvPr>
          <p:cNvCxnSpPr/>
          <p:nvPr/>
        </p:nvCxnSpPr>
        <p:spPr>
          <a:xfrm>
            <a:off x="3526631" y="35194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0D50AE38-BB01-CA0E-AD84-FAF425B714E6}"/>
              </a:ext>
            </a:extLst>
          </p:cNvPr>
          <p:cNvCxnSpPr/>
          <p:nvPr/>
        </p:nvCxnSpPr>
        <p:spPr>
          <a:xfrm>
            <a:off x="3526631" y="356711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90C7C1B-D907-37AC-AE59-F4775CEF10AD}"/>
              </a:ext>
            </a:extLst>
          </p:cNvPr>
          <p:cNvCxnSpPr/>
          <p:nvPr/>
        </p:nvCxnSpPr>
        <p:spPr>
          <a:xfrm>
            <a:off x="3598069" y="360997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0C7EFE89-F3DD-E2F1-ECF1-8EBCF0B241D3}"/>
              </a:ext>
            </a:extLst>
          </p:cNvPr>
          <p:cNvCxnSpPr/>
          <p:nvPr/>
        </p:nvCxnSpPr>
        <p:spPr>
          <a:xfrm>
            <a:off x="3598069" y="365998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4AEC5731-5514-17CC-B470-EDF0C13C86DE}"/>
              </a:ext>
            </a:extLst>
          </p:cNvPr>
          <p:cNvCxnSpPr/>
          <p:nvPr/>
        </p:nvCxnSpPr>
        <p:spPr>
          <a:xfrm>
            <a:off x="3598069" y="370522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49C2EF7F-FA4E-9A3A-A452-1DD7731CE56F}"/>
              </a:ext>
            </a:extLst>
          </p:cNvPr>
          <p:cNvCxnSpPr/>
          <p:nvPr/>
        </p:nvCxnSpPr>
        <p:spPr>
          <a:xfrm>
            <a:off x="3579019" y="374570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00A48E6E-CB3F-A9A6-69EA-8B341E35EE70}"/>
              </a:ext>
            </a:extLst>
          </p:cNvPr>
          <p:cNvCxnSpPr/>
          <p:nvPr/>
        </p:nvCxnSpPr>
        <p:spPr>
          <a:xfrm>
            <a:off x="3579019" y="37885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C51702C2-59B5-6A27-787D-835D7BAEE849}"/>
              </a:ext>
            </a:extLst>
          </p:cNvPr>
          <p:cNvCxnSpPr/>
          <p:nvPr/>
        </p:nvCxnSpPr>
        <p:spPr>
          <a:xfrm>
            <a:off x="3598069" y="38314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A581940B-0D56-C7C9-696E-158FC7E6BFE7}"/>
              </a:ext>
            </a:extLst>
          </p:cNvPr>
          <p:cNvCxnSpPr/>
          <p:nvPr/>
        </p:nvCxnSpPr>
        <p:spPr>
          <a:xfrm>
            <a:off x="3562349" y="38838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8FF736CB-058C-9056-6EDD-6E64C67AD8EC}"/>
              </a:ext>
            </a:extLst>
          </p:cNvPr>
          <p:cNvCxnSpPr/>
          <p:nvPr/>
        </p:nvCxnSpPr>
        <p:spPr>
          <a:xfrm>
            <a:off x="3240881" y="39409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D4A318F4-6345-CD70-4DF3-172AF86B5010}"/>
              </a:ext>
            </a:extLst>
          </p:cNvPr>
          <p:cNvCxnSpPr/>
          <p:nvPr/>
        </p:nvCxnSpPr>
        <p:spPr>
          <a:xfrm>
            <a:off x="3309937" y="39766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3EE1789-475D-65F6-5EE4-47ECBCBF50B6}"/>
              </a:ext>
            </a:extLst>
          </p:cNvPr>
          <p:cNvCxnSpPr/>
          <p:nvPr/>
        </p:nvCxnSpPr>
        <p:spPr>
          <a:xfrm>
            <a:off x="3350418" y="40171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682A9FB-2A65-E471-1D12-DAE4AE79585E}"/>
              </a:ext>
            </a:extLst>
          </p:cNvPr>
          <p:cNvCxnSpPr/>
          <p:nvPr/>
        </p:nvCxnSpPr>
        <p:spPr>
          <a:xfrm>
            <a:off x="3350418" y="40647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54CF2EAD-0F99-D876-4057-B2F6B1C9C8EB}"/>
              </a:ext>
            </a:extLst>
          </p:cNvPr>
          <p:cNvCxnSpPr/>
          <p:nvPr/>
        </p:nvCxnSpPr>
        <p:spPr>
          <a:xfrm>
            <a:off x="2967037" y="41100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D6B8B3E9-22A1-D226-0B8A-9AE161E4F81E}"/>
              </a:ext>
            </a:extLst>
          </p:cNvPr>
          <p:cNvCxnSpPr/>
          <p:nvPr/>
        </p:nvCxnSpPr>
        <p:spPr>
          <a:xfrm>
            <a:off x="2967037" y="41505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CF3E1A5-C5D6-9610-B1C8-0A9B08B5C587}"/>
              </a:ext>
            </a:extLst>
          </p:cNvPr>
          <p:cNvCxnSpPr/>
          <p:nvPr/>
        </p:nvCxnSpPr>
        <p:spPr>
          <a:xfrm>
            <a:off x="3105149" y="420290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6E14FCD7-300E-1CD1-7476-F8F14F41687E}"/>
              </a:ext>
            </a:extLst>
          </p:cNvPr>
          <p:cNvCxnSpPr/>
          <p:nvPr/>
        </p:nvCxnSpPr>
        <p:spPr>
          <a:xfrm>
            <a:off x="3105149" y="42481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A662EF85-1AAE-E13E-9DE3-1B555E7A39A8}"/>
              </a:ext>
            </a:extLst>
          </p:cNvPr>
          <p:cNvCxnSpPr/>
          <p:nvPr/>
        </p:nvCxnSpPr>
        <p:spPr>
          <a:xfrm>
            <a:off x="3069431" y="42933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21E78281-FE1E-68EF-3571-BEA69315BE7D}"/>
              </a:ext>
            </a:extLst>
          </p:cNvPr>
          <p:cNvCxnSpPr/>
          <p:nvPr/>
        </p:nvCxnSpPr>
        <p:spPr>
          <a:xfrm>
            <a:off x="3105149" y="43410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7CB1CB87-65A8-CCCC-2CCD-30645C5F8C00}"/>
              </a:ext>
            </a:extLst>
          </p:cNvPr>
          <p:cNvCxnSpPr/>
          <p:nvPr/>
        </p:nvCxnSpPr>
        <p:spPr>
          <a:xfrm>
            <a:off x="3105149" y="43886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75C9DA4A-2E73-AD44-D5A3-C95992F7471C}"/>
              </a:ext>
            </a:extLst>
          </p:cNvPr>
          <p:cNvCxnSpPr/>
          <p:nvPr/>
        </p:nvCxnSpPr>
        <p:spPr>
          <a:xfrm>
            <a:off x="3069431" y="443150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52B012FD-A819-BB79-874C-5B7C79669D28}"/>
              </a:ext>
            </a:extLst>
          </p:cNvPr>
          <p:cNvCxnSpPr/>
          <p:nvPr/>
        </p:nvCxnSpPr>
        <p:spPr>
          <a:xfrm>
            <a:off x="3105149" y="44767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1F808C5-CBF4-076E-BE65-48B16D567234}"/>
              </a:ext>
            </a:extLst>
          </p:cNvPr>
          <p:cNvCxnSpPr/>
          <p:nvPr/>
        </p:nvCxnSpPr>
        <p:spPr>
          <a:xfrm>
            <a:off x="3157537" y="45196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2D72B885-91E1-FED3-CEFF-C4957168563F}"/>
              </a:ext>
            </a:extLst>
          </p:cNvPr>
          <p:cNvCxnSpPr/>
          <p:nvPr/>
        </p:nvCxnSpPr>
        <p:spPr>
          <a:xfrm>
            <a:off x="3105149" y="45648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1014F2CE-2F49-5CB6-CCF4-4F949F42F202}"/>
              </a:ext>
            </a:extLst>
          </p:cNvPr>
          <p:cNvCxnSpPr/>
          <p:nvPr/>
        </p:nvCxnSpPr>
        <p:spPr>
          <a:xfrm>
            <a:off x="3088480" y="46077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C8423B1-1C79-B438-E294-FE3EC353831C}"/>
              </a:ext>
            </a:extLst>
          </p:cNvPr>
          <p:cNvCxnSpPr/>
          <p:nvPr/>
        </p:nvCxnSpPr>
        <p:spPr>
          <a:xfrm>
            <a:off x="3069431" y="46481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ABEAFE62-BF64-2EEE-8B8F-3CBE9B3C57F5}"/>
              </a:ext>
            </a:extLst>
          </p:cNvPr>
          <p:cNvCxnSpPr/>
          <p:nvPr/>
        </p:nvCxnSpPr>
        <p:spPr>
          <a:xfrm>
            <a:off x="3105149" y="46886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76F2DCDA-0015-0C9F-F2A9-EEE6A4FBB749}"/>
              </a:ext>
            </a:extLst>
          </p:cNvPr>
          <p:cNvCxnSpPr/>
          <p:nvPr/>
        </p:nvCxnSpPr>
        <p:spPr>
          <a:xfrm>
            <a:off x="3105149" y="47339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2D6D7E60-737C-8904-B1D9-4DD36A11899C}"/>
              </a:ext>
            </a:extLst>
          </p:cNvPr>
          <p:cNvCxnSpPr/>
          <p:nvPr/>
        </p:nvCxnSpPr>
        <p:spPr>
          <a:xfrm>
            <a:off x="3138487" y="47886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9EB90173-DF73-2C5F-900C-B62066F106B2}"/>
              </a:ext>
            </a:extLst>
          </p:cNvPr>
          <p:cNvCxnSpPr/>
          <p:nvPr/>
        </p:nvCxnSpPr>
        <p:spPr>
          <a:xfrm>
            <a:off x="3088480" y="483870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CB3B4C1A-9AD8-20F6-6FD2-586A0F312AA8}"/>
              </a:ext>
            </a:extLst>
          </p:cNvPr>
          <p:cNvCxnSpPr/>
          <p:nvPr/>
        </p:nvCxnSpPr>
        <p:spPr>
          <a:xfrm>
            <a:off x="3069431" y="48767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9D26D148-8929-F113-E987-720C087271F6}"/>
              </a:ext>
            </a:extLst>
          </p:cNvPr>
          <p:cNvCxnSpPr/>
          <p:nvPr/>
        </p:nvCxnSpPr>
        <p:spPr>
          <a:xfrm>
            <a:off x="3105149" y="491966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F2A248E7-7217-A694-BFB6-6D2797836333}"/>
              </a:ext>
            </a:extLst>
          </p:cNvPr>
          <p:cNvCxnSpPr/>
          <p:nvPr/>
        </p:nvCxnSpPr>
        <p:spPr>
          <a:xfrm>
            <a:off x="3009900" y="49696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17E4958C-737A-C7D6-AE32-13F605FAADEA}"/>
              </a:ext>
            </a:extLst>
          </p:cNvPr>
          <p:cNvCxnSpPr/>
          <p:nvPr/>
        </p:nvCxnSpPr>
        <p:spPr>
          <a:xfrm>
            <a:off x="3105149" y="501253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44D9A43F-B70E-F245-4372-85543AD5F2E8}"/>
              </a:ext>
            </a:extLst>
          </p:cNvPr>
          <p:cNvCxnSpPr/>
          <p:nvPr/>
        </p:nvCxnSpPr>
        <p:spPr>
          <a:xfrm>
            <a:off x="3138486" y="50553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252CB612-2E96-821B-4ED6-3946D86D0CBD}"/>
              </a:ext>
            </a:extLst>
          </p:cNvPr>
          <p:cNvCxnSpPr/>
          <p:nvPr/>
        </p:nvCxnSpPr>
        <p:spPr>
          <a:xfrm>
            <a:off x="3157537" y="510778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549E528A-9E72-7258-05A4-F97807C4EF9D}"/>
              </a:ext>
            </a:extLst>
          </p:cNvPr>
          <p:cNvCxnSpPr/>
          <p:nvPr/>
        </p:nvCxnSpPr>
        <p:spPr>
          <a:xfrm>
            <a:off x="3138486" y="51601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CF023E3A-E72C-ADC2-5597-9CF6BDE0A8AD}"/>
              </a:ext>
            </a:extLst>
          </p:cNvPr>
          <p:cNvCxnSpPr/>
          <p:nvPr/>
        </p:nvCxnSpPr>
        <p:spPr>
          <a:xfrm>
            <a:off x="3098005" y="52173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BA93570B-ED76-12E8-CEF8-0401A92BCE34}"/>
              </a:ext>
            </a:extLst>
          </p:cNvPr>
          <p:cNvCxnSpPr/>
          <p:nvPr/>
        </p:nvCxnSpPr>
        <p:spPr>
          <a:xfrm>
            <a:off x="3105149" y="52792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61032C4-90BF-29C9-964E-189CF46D3EA1}"/>
              </a:ext>
            </a:extLst>
          </p:cNvPr>
          <p:cNvCxnSpPr/>
          <p:nvPr/>
        </p:nvCxnSpPr>
        <p:spPr>
          <a:xfrm>
            <a:off x="3138486" y="53316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1D2BD5E7-BCA3-CC64-625B-CCF31B60560E}"/>
              </a:ext>
            </a:extLst>
          </p:cNvPr>
          <p:cNvCxnSpPr/>
          <p:nvPr/>
        </p:nvCxnSpPr>
        <p:spPr>
          <a:xfrm>
            <a:off x="3138486" y="537686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1D723429-8131-D123-B0B8-6731B65D083C}"/>
              </a:ext>
            </a:extLst>
          </p:cNvPr>
          <p:cNvCxnSpPr/>
          <p:nvPr/>
        </p:nvCxnSpPr>
        <p:spPr>
          <a:xfrm>
            <a:off x="3138486" y="541496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AA9906C2-6833-81BC-1DD3-AE3D5C4A57DC}"/>
              </a:ext>
            </a:extLst>
          </p:cNvPr>
          <p:cNvCxnSpPr/>
          <p:nvPr/>
        </p:nvCxnSpPr>
        <p:spPr>
          <a:xfrm>
            <a:off x="3138486" y="546735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63BBBDF-7FD0-D17C-4227-5D05A09FBC21}"/>
              </a:ext>
            </a:extLst>
          </p:cNvPr>
          <p:cNvCxnSpPr/>
          <p:nvPr/>
        </p:nvCxnSpPr>
        <p:spPr>
          <a:xfrm>
            <a:off x="3274219" y="551735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2B7A0A2B-B5AA-5CEF-1E2E-8BBC25A6D5B3}"/>
              </a:ext>
            </a:extLst>
          </p:cNvPr>
          <p:cNvCxnSpPr/>
          <p:nvPr/>
        </p:nvCxnSpPr>
        <p:spPr>
          <a:xfrm>
            <a:off x="3274219" y="556974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80D110DC-2EE5-A8C8-C48D-5A153EDAA6B4}"/>
              </a:ext>
            </a:extLst>
          </p:cNvPr>
          <p:cNvCxnSpPr/>
          <p:nvPr/>
        </p:nvCxnSpPr>
        <p:spPr>
          <a:xfrm>
            <a:off x="3290886" y="561975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A432D8F7-B47C-3F60-98B1-92C552E2A2D5}"/>
              </a:ext>
            </a:extLst>
          </p:cNvPr>
          <p:cNvCxnSpPr/>
          <p:nvPr/>
        </p:nvCxnSpPr>
        <p:spPr>
          <a:xfrm>
            <a:off x="3350418" y="566737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7BC9CEA3-C9E4-A818-21A8-39E035AB8F2F}"/>
              </a:ext>
            </a:extLst>
          </p:cNvPr>
          <p:cNvCxnSpPr/>
          <p:nvPr/>
        </p:nvCxnSpPr>
        <p:spPr>
          <a:xfrm>
            <a:off x="3450431" y="571976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C153CE04-9593-36F5-52A7-4190386F0781}"/>
              </a:ext>
            </a:extLst>
          </p:cNvPr>
          <p:cNvCxnSpPr/>
          <p:nvPr/>
        </p:nvCxnSpPr>
        <p:spPr>
          <a:xfrm>
            <a:off x="3443286" y="577215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7FC1CDF7-F44E-B1E2-B01A-B553BD7E2EDF}"/>
              </a:ext>
            </a:extLst>
          </p:cNvPr>
          <p:cNvCxnSpPr/>
          <p:nvPr/>
        </p:nvCxnSpPr>
        <p:spPr>
          <a:xfrm>
            <a:off x="3526631" y="582453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720B2109-D736-9C63-D06F-F80667C3F255}"/>
              </a:ext>
            </a:extLst>
          </p:cNvPr>
          <p:cNvCxnSpPr/>
          <p:nvPr/>
        </p:nvCxnSpPr>
        <p:spPr>
          <a:xfrm>
            <a:off x="3579019" y="586978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97379384-C269-FBD9-55A0-1AD979AFC569}"/>
              </a:ext>
            </a:extLst>
          </p:cNvPr>
          <p:cNvCxnSpPr/>
          <p:nvPr/>
        </p:nvCxnSpPr>
        <p:spPr>
          <a:xfrm>
            <a:off x="3595686" y="592455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F5B8733E-68CD-3F9D-671C-FC5073B6B682}"/>
              </a:ext>
            </a:extLst>
          </p:cNvPr>
          <p:cNvCxnSpPr/>
          <p:nvPr/>
        </p:nvCxnSpPr>
        <p:spPr>
          <a:xfrm>
            <a:off x="3721891" y="596503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005D21A7-5287-828F-96C0-71A2407E35EA}"/>
              </a:ext>
            </a:extLst>
          </p:cNvPr>
          <p:cNvCxnSpPr/>
          <p:nvPr/>
        </p:nvCxnSpPr>
        <p:spPr>
          <a:xfrm>
            <a:off x="3721891" y="601980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0DE32792-28FA-AE9C-3912-1B6A019E3DA6}"/>
              </a:ext>
            </a:extLst>
          </p:cNvPr>
          <p:cNvCxnSpPr>
            <a:cxnSpLocks/>
          </p:cNvCxnSpPr>
          <p:nvPr/>
        </p:nvCxnSpPr>
        <p:spPr>
          <a:xfrm>
            <a:off x="5605460" y="134888"/>
            <a:ext cx="0" cy="19487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F8582016-7D19-4B9D-FF2F-98495ACCC712}"/>
              </a:ext>
            </a:extLst>
          </p:cNvPr>
          <p:cNvCxnSpPr>
            <a:cxnSpLocks/>
          </p:cNvCxnSpPr>
          <p:nvPr/>
        </p:nvCxnSpPr>
        <p:spPr>
          <a:xfrm>
            <a:off x="5643560" y="156740"/>
            <a:ext cx="0" cy="19487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926A0CCB-8747-D6CC-0195-09D4DC3FFEB4}"/>
              </a:ext>
            </a:extLst>
          </p:cNvPr>
          <p:cNvCxnSpPr>
            <a:cxnSpLocks/>
          </p:cNvCxnSpPr>
          <p:nvPr/>
        </p:nvCxnSpPr>
        <p:spPr>
          <a:xfrm>
            <a:off x="5688804" y="214107"/>
            <a:ext cx="0" cy="19487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BF7F8F24-26F2-35A8-3FCE-F139E4BAD1AB}"/>
              </a:ext>
            </a:extLst>
          </p:cNvPr>
          <p:cNvCxnSpPr>
            <a:cxnSpLocks/>
          </p:cNvCxnSpPr>
          <p:nvPr/>
        </p:nvCxnSpPr>
        <p:spPr>
          <a:xfrm>
            <a:off x="5743572" y="287709"/>
            <a:ext cx="0" cy="19487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D39EBF17-21D9-F02C-E869-D7AEEC2CDF8B}"/>
              </a:ext>
            </a:extLst>
          </p:cNvPr>
          <p:cNvCxnSpPr>
            <a:cxnSpLocks/>
          </p:cNvCxnSpPr>
          <p:nvPr/>
        </p:nvCxnSpPr>
        <p:spPr>
          <a:xfrm>
            <a:off x="5791198" y="287709"/>
            <a:ext cx="0" cy="19487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99179A40-785E-8A4C-7EAD-554E61D8244B}"/>
              </a:ext>
            </a:extLst>
          </p:cNvPr>
          <p:cNvCxnSpPr>
            <a:cxnSpLocks/>
          </p:cNvCxnSpPr>
          <p:nvPr/>
        </p:nvCxnSpPr>
        <p:spPr>
          <a:xfrm>
            <a:off x="5834060" y="299194"/>
            <a:ext cx="0" cy="19487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07BE751A-799D-B99A-290D-EFA60AA8544B}"/>
              </a:ext>
            </a:extLst>
          </p:cNvPr>
          <p:cNvCxnSpPr>
            <a:cxnSpLocks/>
          </p:cNvCxnSpPr>
          <p:nvPr/>
        </p:nvCxnSpPr>
        <p:spPr>
          <a:xfrm>
            <a:off x="5874542" y="263475"/>
            <a:ext cx="0" cy="19487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BD3A3B2B-8FC2-A5DC-01D7-1AA84C5AAF02}"/>
              </a:ext>
            </a:extLst>
          </p:cNvPr>
          <p:cNvCxnSpPr>
            <a:cxnSpLocks/>
          </p:cNvCxnSpPr>
          <p:nvPr/>
        </p:nvCxnSpPr>
        <p:spPr>
          <a:xfrm>
            <a:off x="5915023" y="287709"/>
            <a:ext cx="0" cy="19487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40F1CC30-C8E3-225F-6192-E1899EDE6C37}"/>
              </a:ext>
            </a:extLst>
          </p:cNvPr>
          <p:cNvCxnSpPr>
            <a:cxnSpLocks/>
          </p:cNvCxnSpPr>
          <p:nvPr/>
        </p:nvCxnSpPr>
        <p:spPr>
          <a:xfrm>
            <a:off x="5960266" y="287709"/>
            <a:ext cx="0" cy="19487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D3124F13-6F0E-86FE-1E9A-9004374992F8}"/>
              </a:ext>
            </a:extLst>
          </p:cNvPr>
          <p:cNvCxnSpPr>
            <a:cxnSpLocks/>
          </p:cNvCxnSpPr>
          <p:nvPr/>
        </p:nvCxnSpPr>
        <p:spPr>
          <a:xfrm>
            <a:off x="6003129" y="258713"/>
            <a:ext cx="0" cy="19487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18FEE048-7167-9B75-50C3-25CC03F40C04}"/>
              </a:ext>
            </a:extLst>
          </p:cNvPr>
          <p:cNvCxnSpPr>
            <a:cxnSpLocks/>
          </p:cNvCxnSpPr>
          <p:nvPr/>
        </p:nvCxnSpPr>
        <p:spPr>
          <a:xfrm>
            <a:off x="6053135" y="214107"/>
            <a:ext cx="0" cy="19487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ADE6500E-56B2-75F0-9726-382858E55E2B}"/>
              </a:ext>
            </a:extLst>
          </p:cNvPr>
          <p:cNvCxnSpPr>
            <a:cxnSpLocks/>
          </p:cNvCxnSpPr>
          <p:nvPr/>
        </p:nvCxnSpPr>
        <p:spPr>
          <a:xfrm>
            <a:off x="6096000" y="256331"/>
            <a:ext cx="0" cy="19487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6E15BA61-5ED4-C272-71A9-A6709B2DD303}"/>
              </a:ext>
            </a:extLst>
          </p:cNvPr>
          <p:cNvCxnSpPr>
            <a:cxnSpLocks/>
          </p:cNvCxnSpPr>
          <p:nvPr/>
        </p:nvCxnSpPr>
        <p:spPr>
          <a:xfrm>
            <a:off x="6148385" y="237281"/>
            <a:ext cx="0" cy="19487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197388F4-627F-E09C-0376-90F203B934DB}"/>
              </a:ext>
            </a:extLst>
          </p:cNvPr>
          <p:cNvCxnSpPr>
            <a:cxnSpLocks/>
          </p:cNvCxnSpPr>
          <p:nvPr/>
        </p:nvCxnSpPr>
        <p:spPr>
          <a:xfrm>
            <a:off x="6198391" y="214107"/>
            <a:ext cx="0" cy="19487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890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0CD6E78-837C-D1C2-3EFC-DB7F68B9B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630" y="0"/>
            <a:ext cx="2397270" cy="686191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58B7EC5-B101-8BAE-4BCD-E02764EF672A}"/>
              </a:ext>
            </a:extLst>
          </p:cNvPr>
          <p:cNvCxnSpPr/>
          <p:nvPr/>
        </p:nvCxnSpPr>
        <p:spPr>
          <a:xfrm>
            <a:off x="2700337" y="2428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066A6E5-C4F0-F2EE-2449-54A4BBCE67ED}"/>
              </a:ext>
            </a:extLst>
          </p:cNvPr>
          <p:cNvCxnSpPr/>
          <p:nvPr/>
        </p:nvCxnSpPr>
        <p:spPr>
          <a:xfrm>
            <a:off x="2809875" y="2905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DE1AE5C-9135-DB8F-DC55-525152527E25}"/>
              </a:ext>
            </a:extLst>
          </p:cNvPr>
          <p:cNvCxnSpPr/>
          <p:nvPr/>
        </p:nvCxnSpPr>
        <p:spPr>
          <a:xfrm>
            <a:off x="2809875" y="3643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276D144-FFA1-97EA-D616-011D6C4F6527}"/>
              </a:ext>
            </a:extLst>
          </p:cNvPr>
          <p:cNvCxnSpPr/>
          <p:nvPr/>
        </p:nvCxnSpPr>
        <p:spPr>
          <a:xfrm>
            <a:off x="2809875" y="4143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B079753-68A9-F24F-9867-F0B06E2A0E43}"/>
              </a:ext>
            </a:extLst>
          </p:cNvPr>
          <p:cNvCxnSpPr/>
          <p:nvPr/>
        </p:nvCxnSpPr>
        <p:spPr>
          <a:xfrm>
            <a:off x="2840830" y="4571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44E188F-5CF0-C3F5-1351-0EF7E560FDC6}"/>
              </a:ext>
            </a:extLst>
          </p:cNvPr>
          <p:cNvCxnSpPr/>
          <p:nvPr/>
        </p:nvCxnSpPr>
        <p:spPr>
          <a:xfrm>
            <a:off x="2809875" y="5048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B73E873-4E3C-CA2F-A457-4A87E204AC67}"/>
              </a:ext>
            </a:extLst>
          </p:cNvPr>
          <p:cNvCxnSpPr/>
          <p:nvPr/>
        </p:nvCxnSpPr>
        <p:spPr>
          <a:xfrm>
            <a:off x="2840830" y="5548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3FEB4C8-9CA9-4100-CDF6-6076D2051B0E}"/>
              </a:ext>
            </a:extLst>
          </p:cNvPr>
          <p:cNvCxnSpPr/>
          <p:nvPr/>
        </p:nvCxnSpPr>
        <p:spPr>
          <a:xfrm>
            <a:off x="2869405" y="6072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C67106F-CA3C-E6E3-9FFF-3D8EA9DAD754}"/>
              </a:ext>
            </a:extLst>
          </p:cNvPr>
          <p:cNvCxnSpPr/>
          <p:nvPr/>
        </p:nvCxnSpPr>
        <p:spPr>
          <a:xfrm>
            <a:off x="2840830" y="6619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9567193-6543-E847-6D87-CFFC88389EF1}"/>
              </a:ext>
            </a:extLst>
          </p:cNvPr>
          <p:cNvCxnSpPr/>
          <p:nvPr/>
        </p:nvCxnSpPr>
        <p:spPr>
          <a:xfrm>
            <a:off x="2869405" y="7024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22BAA0D-FE77-A4B9-3CDC-2E4B47009DE7}"/>
              </a:ext>
            </a:extLst>
          </p:cNvPr>
          <p:cNvCxnSpPr/>
          <p:nvPr/>
        </p:nvCxnSpPr>
        <p:spPr>
          <a:xfrm>
            <a:off x="2809875" y="7596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90F01B9-F3D5-9158-7B21-98124D7EF528}"/>
              </a:ext>
            </a:extLst>
          </p:cNvPr>
          <p:cNvCxnSpPr/>
          <p:nvPr/>
        </p:nvCxnSpPr>
        <p:spPr>
          <a:xfrm>
            <a:off x="2767012" y="8000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D389308-2E62-4CA8-B6BA-F7C87E834D37}"/>
              </a:ext>
            </a:extLst>
          </p:cNvPr>
          <p:cNvCxnSpPr/>
          <p:nvPr/>
        </p:nvCxnSpPr>
        <p:spPr>
          <a:xfrm>
            <a:off x="2767012" y="85010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1146C54-0CDD-E11D-DB4A-7AEF8230B42F}"/>
              </a:ext>
            </a:extLst>
          </p:cNvPr>
          <p:cNvCxnSpPr/>
          <p:nvPr/>
        </p:nvCxnSpPr>
        <p:spPr>
          <a:xfrm>
            <a:off x="2745581" y="9191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6C4E948-169C-2FA3-D8BF-D863C8681F9E}"/>
              </a:ext>
            </a:extLst>
          </p:cNvPr>
          <p:cNvCxnSpPr/>
          <p:nvPr/>
        </p:nvCxnSpPr>
        <p:spPr>
          <a:xfrm>
            <a:off x="2788444" y="9596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C6B8E17-BB97-1277-63F8-15397A50EE78}"/>
              </a:ext>
            </a:extLst>
          </p:cNvPr>
          <p:cNvCxnSpPr/>
          <p:nvPr/>
        </p:nvCxnSpPr>
        <p:spPr>
          <a:xfrm>
            <a:off x="2788444" y="10144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68A6DD2-95D8-F7E5-3A01-8E1F2CE52323}"/>
              </a:ext>
            </a:extLst>
          </p:cNvPr>
          <p:cNvCxnSpPr/>
          <p:nvPr/>
        </p:nvCxnSpPr>
        <p:spPr>
          <a:xfrm>
            <a:off x="2809875" y="10715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588DB6E-FB15-5C99-0381-F6275EE3682D}"/>
              </a:ext>
            </a:extLst>
          </p:cNvPr>
          <p:cNvCxnSpPr/>
          <p:nvPr/>
        </p:nvCxnSpPr>
        <p:spPr>
          <a:xfrm>
            <a:off x="2809875" y="11239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76EC7AA-3371-BE9B-425E-172567163147}"/>
              </a:ext>
            </a:extLst>
          </p:cNvPr>
          <p:cNvCxnSpPr/>
          <p:nvPr/>
        </p:nvCxnSpPr>
        <p:spPr>
          <a:xfrm>
            <a:off x="2809875" y="117157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1D761EB-C797-8B2C-38BB-29DF30A9286A}"/>
              </a:ext>
            </a:extLst>
          </p:cNvPr>
          <p:cNvCxnSpPr/>
          <p:nvPr/>
        </p:nvCxnSpPr>
        <p:spPr>
          <a:xfrm>
            <a:off x="2869405" y="121920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ACEAE91-2DE1-08FA-1ED3-FA1D2DD15944}"/>
              </a:ext>
            </a:extLst>
          </p:cNvPr>
          <p:cNvCxnSpPr/>
          <p:nvPr/>
        </p:nvCxnSpPr>
        <p:spPr>
          <a:xfrm>
            <a:off x="2840830" y="12644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AF79CF6-85FB-895B-4A91-9AE2CF9B22EC}"/>
              </a:ext>
            </a:extLst>
          </p:cNvPr>
          <p:cNvCxnSpPr/>
          <p:nvPr/>
        </p:nvCxnSpPr>
        <p:spPr>
          <a:xfrm>
            <a:off x="2788444" y="13168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0BE2DC7-E791-F32B-EC83-629B3BCCB16B}"/>
              </a:ext>
            </a:extLst>
          </p:cNvPr>
          <p:cNvCxnSpPr/>
          <p:nvPr/>
        </p:nvCxnSpPr>
        <p:spPr>
          <a:xfrm>
            <a:off x="2809875" y="13811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5EA45824-7271-846D-E709-64AFB6212491}"/>
              </a:ext>
            </a:extLst>
          </p:cNvPr>
          <p:cNvCxnSpPr/>
          <p:nvPr/>
        </p:nvCxnSpPr>
        <p:spPr>
          <a:xfrm>
            <a:off x="2869405" y="14287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72C0B29-F099-3CD2-0AA0-E75046788618}"/>
              </a:ext>
            </a:extLst>
          </p:cNvPr>
          <p:cNvCxnSpPr/>
          <p:nvPr/>
        </p:nvCxnSpPr>
        <p:spPr>
          <a:xfrm>
            <a:off x="2809875" y="14906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24CC416-4428-73E1-74F6-C9E613FF0660}"/>
              </a:ext>
            </a:extLst>
          </p:cNvPr>
          <p:cNvCxnSpPr/>
          <p:nvPr/>
        </p:nvCxnSpPr>
        <p:spPr>
          <a:xfrm>
            <a:off x="2767012" y="15406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644FC2F-8294-4EF4-B8D8-93A13A733CCD}"/>
              </a:ext>
            </a:extLst>
          </p:cNvPr>
          <p:cNvCxnSpPr/>
          <p:nvPr/>
        </p:nvCxnSpPr>
        <p:spPr>
          <a:xfrm>
            <a:off x="2662237" y="15882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3C86DFE-4EB4-3EAF-B105-9E3AC9C7A0E5}"/>
              </a:ext>
            </a:extLst>
          </p:cNvPr>
          <p:cNvCxnSpPr/>
          <p:nvPr/>
        </p:nvCxnSpPr>
        <p:spPr>
          <a:xfrm>
            <a:off x="2745581" y="16359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A52DCC4-FF8B-0125-20FE-E245BAF29DBB}"/>
              </a:ext>
            </a:extLst>
          </p:cNvPr>
          <p:cNvCxnSpPr/>
          <p:nvPr/>
        </p:nvCxnSpPr>
        <p:spPr>
          <a:xfrm>
            <a:off x="2869405" y="16930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0FED529-9A9B-CF10-B527-9158548BD1C2}"/>
              </a:ext>
            </a:extLst>
          </p:cNvPr>
          <p:cNvCxnSpPr/>
          <p:nvPr/>
        </p:nvCxnSpPr>
        <p:spPr>
          <a:xfrm>
            <a:off x="2888456" y="17359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9B992BD-F275-0A18-5BA8-ED88274E5DD1}"/>
              </a:ext>
            </a:extLst>
          </p:cNvPr>
          <p:cNvCxnSpPr/>
          <p:nvPr/>
        </p:nvCxnSpPr>
        <p:spPr>
          <a:xfrm>
            <a:off x="2897981" y="17883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10FAAF7-6A89-5B2C-F92E-E976A966CB92}"/>
              </a:ext>
            </a:extLst>
          </p:cNvPr>
          <p:cNvCxnSpPr/>
          <p:nvPr/>
        </p:nvCxnSpPr>
        <p:spPr>
          <a:xfrm>
            <a:off x="2983706" y="18502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B218577-6A9F-4A06-ACE5-A465B8AADF24}"/>
              </a:ext>
            </a:extLst>
          </p:cNvPr>
          <p:cNvCxnSpPr/>
          <p:nvPr/>
        </p:nvCxnSpPr>
        <p:spPr>
          <a:xfrm>
            <a:off x="3048000" y="18907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C79D541-984A-EBB6-2C80-EE0B0E0F9895}"/>
              </a:ext>
            </a:extLst>
          </p:cNvPr>
          <p:cNvCxnSpPr/>
          <p:nvPr/>
        </p:nvCxnSpPr>
        <p:spPr>
          <a:xfrm>
            <a:off x="3050381" y="19407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6577897-17B1-BCC6-6081-811BBBCF618F}"/>
              </a:ext>
            </a:extLst>
          </p:cNvPr>
          <p:cNvCxnSpPr/>
          <p:nvPr/>
        </p:nvCxnSpPr>
        <p:spPr>
          <a:xfrm>
            <a:off x="3186112" y="20026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38B7168-22AD-78CE-A760-7898D9FAF29D}"/>
              </a:ext>
            </a:extLst>
          </p:cNvPr>
          <p:cNvCxnSpPr/>
          <p:nvPr/>
        </p:nvCxnSpPr>
        <p:spPr>
          <a:xfrm>
            <a:off x="3202781" y="20669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87ACFA73-F211-C290-FDAD-35450A49042B}"/>
              </a:ext>
            </a:extLst>
          </p:cNvPr>
          <p:cNvCxnSpPr/>
          <p:nvPr/>
        </p:nvCxnSpPr>
        <p:spPr>
          <a:xfrm>
            <a:off x="3186112" y="21097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876A87D-E678-03E6-E746-1B7A42132200}"/>
              </a:ext>
            </a:extLst>
          </p:cNvPr>
          <p:cNvCxnSpPr/>
          <p:nvPr/>
        </p:nvCxnSpPr>
        <p:spPr>
          <a:xfrm>
            <a:off x="3186112" y="21550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A42504C-1BBB-1473-2921-DBEE15537F39}"/>
              </a:ext>
            </a:extLst>
          </p:cNvPr>
          <p:cNvCxnSpPr/>
          <p:nvPr/>
        </p:nvCxnSpPr>
        <p:spPr>
          <a:xfrm>
            <a:off x="3155156" y="22026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53C1CAE3-1377-58B8-D7C5-313EB4A044B6}"/>
              </a:ext>
            </a:extLst>
          </p:cNvPr>
          <p:cNvCxnSpPr/>
          <p:nvPr/>
        </p:nvCxnSpPr>
        <p:spPr>
          <a:xfrm>
            <a:off x="3155156" y="22669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98B4293B-FAD5-C3C7-832B-FB611280D485}"/>
              </a:ext>
            </a:extLst>
          </p:cNvPr>
          <p:cNvCxnSpPr/>
          <p:nvPr/>
        </p:nvCxnSpPr>
        <p:spPr>
          <a:xfrm>
            <a:off x="3155156" y="23121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98A5CCD-0B28-FA52-F0D3-F7100055A1C5}"/>
              </a:ext>
            </a:extLst>
          </p:cNvPr>
          <p:cNvCxnSpPr/>
          <p:nvPr/>
        </p:nvCxnSpPr>
        <p:spPr>
          <a:xfrm>
            <a:off x="3131343" y="23598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129075D0-11CF-8233-83CE-85B2709605CA}"/>
              </a:ext>
            </a:extLst>
          </p:cNvPr>
          <p:cNvCxnSpPr/>
          <p:nvPr/>
        </p:nvCxnSpPr>
        <p:spPr>
          <a:xfrm>
            <a:off x="3095625" y="24145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59B6B64D-C4E3-CDE3-0162-CFCA9E8F31C6}"/>
              </a:ext>
            </a:extLst>
          </p:cNvPr>
          <p:cNvCxnSpPr/>
          <p:nvPr/>
        </p:nvCxnSpPr>
        <p:spPr>
          <a:xfrm>
            <a:off x="3131343" y="24598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C00207D9-7D41-2BE0-527F-B941B60051A2}"/>
              </a:ext>
            </a:extLst>
          </p:cNvPr>
          <p:cNvCxnSpPr/>
          <p:nvPr/>
        </p:nvCxnSpPr>
        <p:spPr>
          <a:xfrm>
            <a:off x="3155156" y="25241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1235143-0F24-3A05-4AF6-847E3BF28DA9}"/>
              </a:ext>
            </a:extLst>
          </p:cNvPr>
          <p:cNvCxnSpPr/>
          <p:nvPr/>
        </p:nvCxnSpPr>
        <p:spPr>
          <a:xfrm>
            <a:off x="3155156" y="25788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25E87C8-0050-0C4C-B71A-B8ABDCC404E8}"/>
              </a:ext>
            </a:extLst>
          </p:cNvPr>
          <p:cNvCxnSpPr/>
          <p:nvPr/>
        </p:nvCxnSpPr>
        <p:spPr>
          <a:xfrm>
            <a:off x="3131343" y="26193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118C859-B813-EBC9-009B-688AE33CADB7}"/>
              </a:ext>
            </a:extLst>
          </p:cNvPr>
          <p:cNvCxnSpPr/>
          <p:nvPr/>
        </p:nvCxnSpPr>
        <p:spPr>
          <a:xfrm>
            <a:off x="3202781" y="26741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252D3F0A-D168-D7DF-508F-4D048B35455F}"/>
              </a:ext>
            </a:extLst>
          </p:cNvPr>
          <p:cNvCxnSpPr/>
          <p:nvPr/>
        </p:nvCxnSpPr>
        <p:spPr>
          <a:xfrm>
            <a:off x="3131343" y="27241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65DE0F89-6396-9D24-4E23-084F877BBF3B}"/>
              </a:ext>
            </a:extLst>
          </p:cNvPr>
          <p:cNvCxnSpPr/>
          <p:nvPr/>
        </p:nvCxnSpPr>
        <p:spPr>
          <a:xfrm>
            <a:off x="3155156" y="27693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5C82389-DDB9-B7EE-DA9C-40EFFE7FF721}"/>
              </a:ext>
            </a:extLst>
          </p:cNvPr>
          <p:cNvCxnSpPr/>
          <p:nvPr/>
        </p:nvCxnSpPr>
        <p:spPr>
          <a:xfrm>
            <a:off x="3131343" y="28384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113A26EC-1365-82E3-7EA6-D1D27BC2B3CC}"/>
              </a:ext>
            </a:extLst>
          </p:cNvPr>
          <p:cNvCxnSpPr/>
          <p:nvPr/>
        </p:nvCxnSpPr>
        <p:spPr>
          <a:xfrm>
            <a:off x="3095625" y="28765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24550DDD-F09C-7157-4F25-B7E7330D861C}"/>
              </a:ext>
            </a:extLst>
          </p:cNvPr>
          <p:cNvCxnSpPr/>
          <p:nvPr/>
        </p:nvCxnSpPr>
        <p:spPr>
          <a:xfrm>
            <a:off x="3219450" y="29265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8A57181-98DB-C249-2078-E298F2261CE9}"/>
              </a:ext>
            </a:extLst>
          </p:cNvPr>
          <p:cNvCxnSpPr/>
          <p:nvPr/>
        </p:nvCxnSpPr>
        <p:spPr>
          <a:xfrm>
            <a:off x="3219450" y="29789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EA31FA9-205F-7932-68CD-764948BD5707}"/>
              </a:ext>
            </a:extLst>
          </p:cNvPr>
          <p:cNvCxnSpPr/>
          <p:nvPr/>
        </p:nvCxnSpPr>
        <p:spPr>
          <a:xfrm>
            <a:off x="3248025" y="30289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751D17F-A069-E97A-CE05-584C2D392087}"/>
              </a:ext>
            </a:extLst>
          </p:cNvPr>
          <p:cNvCxnSpPr/>
          <p:nvPr/>
        </p:nvCxnSpPr>
        <p:spPr>
          <a:xfrm>
            <a:off x="3364706" y="30908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A12058D-6D8C-816D-7423-15DB0E84E62E}"/>
              </a:ext>
            </a:extLst>
          </p:cNvPr>
          <p:cNvCxnSpPr/>
          <p:nvPr/>
        </p:nvCxnSpPr>
        <p:spPr>
          <a:xfrm>
            <a:off x="3388518" y="31408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DC88B62C-3FF5-CD9B-59C4-C2009084A7F0}"/>
              </a:ext>
            </a:extLst>
          </p:cNvPr>
          <p:cNvCxnSpPr/>
          <p:nvPr/>
        </p:nvCxnSpPr>
        <p:spPr>
          <a:xfrm>
            <a:off x="3388518" y="319563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750C6D3A-93E7-34C4-9AED-D22716940465}"/>
              </a:ext>
            </a:extLst>
          </p:cNvPr>
          <p:cNvCxnSpPr/>
          <p:nvPr/>
        </p:nvCxnSpPr>
        <p:spPr>
          <a:xfrm>
            <a:off x="3388518" y="32504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A40624F-98E2-58A3-CB22-28525D4E884D}"/>
              </a:ext>
            </a:extLst>
          </p:cNvPr>
          <p:cNvCxnSpPr/>
          <p:nvPr/>
        </p:nvCxnSpPr>
        <p:spPr>
          <a:xfrm>
            <a:off x="3364706" y="33004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F71C0231-10F1-23DB-F1C2-55B225F85B48}"/>
              </a:ext>
            </a:extLst>
          </p:cNvPr>
          <p:cNvCxnSpPr/>
          <p:nvPr/>
        </p:nvCxnSpPr>
        <p:spPr>
          <a:xfrm>
            <a:off x="3388518" y="33456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C990D2D-EF78-2C0C-3C91-0A32CEE9AEE3}"/>
              </a:ext>
            </a:extLst>
          </p:cNvPr>
          <p:cNvCxnSpPr/>
          <p:nvPr/>
        </p:nvCxnSpPr>
        <p:spPr>
          <a:xfrm>
            <a:off x="3364706" y="33908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8C325D10-C0BB-43F4-3C73-FCE1B33A3420}"/>
              </a:ext>
            </a:extLst>
          </p:cNvPr>
          <p:cNvCxnSpPr/>
          <p:nvPr/>
        </p:nvCxnSpPr>
        <p:spPr>
          <a:xfrm>
            <a:off x="3388518" y="34456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0F9370B-AB50-9AFC-5D7A-6BB7088F5BE9}"/>
              </a:ext>
            </a:extLst>
          </p:cNvPr>
          <p:cNvCxnSpPr/>
          <p:nvPr/>
        </p:nvCxnSpPr>
        <p:spPr>
          <a:xfrm>
            <a:off x="3336131" y="35028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E3A4A1D4-9D5E-B26C-4EEF-2621767F4E45}"/>
              </a:ext>
            </a:extLst>
          </p:cNvPr>
          <p:cNvCxnSpPr/>
          <p:nvPr/>
        </p:nvCxnSpPr>
        <p:spPr>
          <a:xfrm>
            <a:off x="3364706" y="35480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3392F79D-7A0B-8B6F-FF93-42CCA95D3D0A}"/>
              </a:ext>
            </a:extLst>
          </p:cNvPr>
          <p:cNvCxnSpPr/>
          <p:nvPr/>
        </p:nvCxnSpPr>
        <p:spPr>
          <a:xfrm>
            <a:off x="3388518" y="35956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2D6CF09E-A098-6309-96F3-35B0B6EE9257}"/>
              </a:ext>
            </a:extLst>
          </p:cNvPr>
          <p:cNvCxnSpPr/>
          <p:nvPr/>
        </p:nvCxnSpPr>
        <p:spPr>
          <a:xfrm>
            <a:off x="3417094" y="36552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C4BFD901-80A8-5A02-9FE6-32C400670C13}"/>
              </a:ext>
            </a:extLst>
          </p:cNvPr>
          <p:cNvCxnSpPr/>
          <p:nvPr/>
        </p:nvCxnSpPr>
        <p:spPr>
          <a:xfrm>
            <a:off x="3364706" y="37099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3AF7301A-5A46-0963-7877-9DF8991FFD8C}"/>
              </a:ext>
            </a:extLst>
          </p:cNvPr>
          <p:cNvCxnSpPr/>
          <p:nvPr/>
        </p:nvCxnSpPr>
        <p:spPr>
          <a:xfrm>
            <a:off x="3388518" y="37552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616190B4-E7B5-BDD7-66DE-2E613EF4DF9B}"/>
              </a:ext>
            </a:extLst>
          </p:cNvPr>
          <p:cNvCxnSpPr/>
          <p:nvPr/>
        </p:nvCxnSpPr>
        <p:spPr>
          <a:xfrm>
            <a:off x="3443287" y="37980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46CAE6E-B207-7205-D111-71CA2EA7DB89}"/>
              </a:ext>
            </a:extLst>
          </p:cNvPr>
          <p:cNvCxnSpPr/>
          <p:nvPr/>
        </p:nvCxnSpPr>
        <p:spPr>
          <a:xfrm>
            <a:off x="3417094" y="38576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57BDE005-FDE8-07BC-8D61-BFAFF0152D98}"/>
              </a:ext>
            </a:extLst>
          </p:cNvPr>
          <p:cNvCxnSpPr/>
          <p:nvPr/>
        </p:nvCxnSpPr>
        <p:spPr>
          <a:xfrm>
            <a:off x="3443287" y="39195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0391FC06-DA16-3364-AF54-F91E5D2EEFBA}"/>
              </a:ext>
            </a:extLst>
          </p:cNvPr>
          <p:cNvCxnSpPr/>
          <p:nvPr/>
        </p:nvCxnSpPr>
        <p:spPr>
          <a:xfrm>
            <a:off x="3459957" y="39647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BAAE83BD-2E41-90E1-E0D8-EFAC1E0B2C0E}"/>
              </a:ext>
            </a:extLst>
          </p:cNvPr>
          <p:cNvCxnSpPr/>
          <p:nvPr/>
        </p:nvCxnSpPr>
        <p:spPr>
          <a:xfrm>
            <a:off x="3579020" y="40219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1F10C44C-7A5F-FEE3-C52F-6D8F617E87F3}"/>
              </a:ext>
            </a:extLst>
          </p:cNvPr>
          <p:cNvCxnSpPr/>
          <p:nvPr/>
        </p:nvCxnSpPr>
        <p:spPr>
          <a:xfrm>
            <a:off x="3579020" y="40695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ABCE5992-A0E5-D088-15CE-6F8F68D629DD}"/>
              </a:ext>
            </a:extLst>
          </p:cNvPr>
          <p:cNvCxnSpPr/>
          <p:nvPr/>
        </p:nvCxnSpPr>
        <p:spPr>
          <a:xfrm>
            <a:off x="3612357" y="41243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A643ABB-B046-9589-29EC-C7CBC125B07D}"/>
              </a:ext>
            </a:extLst>
          </p:cNvPr>
          <p:cNvCxnSpPr/>
          <p:nvPr/>
        </p:nvCxnSpPr>
        <p:spPr>
          <a:xfrm>
            <a:off x="3579020" y="418147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3A4027D3-4CB5-3F70-D9FA-D8A7F7ABE62F}"/>
              </a:ext>
            </a:extLst>
          </p:cNvPr>
          <p:cNvCxnSpPr/>
          <p:nvPr/>
        </p:nvCxnSpPr>
        <p:spPr>
          <a:xfrm>
            <a:off x="3612357" y="42314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5815C2E-02E1-9654-065C-2842CDDC2236}"/>
              </a:ext>
            </a:extLst>
          </p:cNvPr>
          <p:cNvCxnSpPr/>
          <p:nvPr/>
        </p:nvCxnSpPr>
        <p:spPr>
          <a:xfrm>
            <a:off x="3730625" y="42862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A7CA52B-0995-39B1-0BFF-C7E4C04536E5}"/>
              </a:ext>
            </a:extLst>
          </p:cNvPr>
          <p:cNvCxnSpPr/>
          <p:nvPr/>
        </p:nvCxnSpPr>
        <p:spPr>
          <a:xfrm>
            <a:off x="3219450" y="433387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F53577CC-C95F-DCC1-9FB7-CF04A1C7E54F}"/>
              </a:ext>
            </a:extLst>
          </p:cNvPr>
          <p:cNvCxnSpPr/>
          <p:nvPr/>
        </p:nvCxnSpPr>
        <p:spPr>
          <a:xfrm>
            <a:off x="3074194" y="43791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DE5DB728-CCC8-8884-1B4D-5E0DF8F22F98}"/>
              </a:ext>
            </a:extLst>
          </p:cNvPr>
          <p:cNvCxnSpPr/>
          <p:nvPr/>
        </p:nvCxnSpPr>
        <p:spPr>
          <a:xfrm>
            <a:off x="3202781" y="44243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6C7D9ED7-6B42-F765-E153-948B17805A5C}"/>
              </a:ext>
            </a:extLst>
          </p:cNvPr>
          <p:cNvCxnSpPr/>
          <p:nvPr/>
        </p:nvCxnSpPr>
        <p:spPr>
          <a:xfrm>
            <a:off x="3219450" y="44862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5B94D7EC-1F48-E040-747B-266AB7A4F2DF}"/>
              </a:ext>
            </a:extLst>
          </p:cNvPr>
          <p:cNvCxnSpPr/>
          <p:nvPr/>
        </p:nvCxnSpPr>
        <p:spPr>
          <a:xfrm>
            <a:off x="3219450" y="45338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53D7C2CB-5A32-794E-73D3-CCE4DE979BE9}"/>
              </a:ext>
            </a:extLst>
          </p:cNvPr>
          <p:cNvCxnSpPr/>
          <p:nvPr/>
        </p:nvCxnSpPr>
        <p:spPr>
          <a:xfrm>
            <a:off x="3202781" y="45862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8ED290F-F426-F9C3-3914-AC51A1AB8CA7}"/>
              </a:ext>
            </a:extLst>
          </p:cNvPr>
          <p:cNvCxnSpPr/>
          <p:nvPr/>
        </p:nvCxnSpPr>
        <p:spPr>
          <a:xfrm>
            <a:off x="3202781" y="46362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39692365-DEE7-6CB1-89E2-A0E3FD234D21}"/>
              </a:ext>
            </a:extLst>
          </p:cNvPr>
          <p:cNvCxnSpPr/>
          <p:nvPr/>
        </p:nvCxnSpPr>
        <p:spPr>
          <a:xfrm>
            <a:off x="3219450" y="46886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42F020B9-9891-6115-1A91-0A89149A22BD}"/>
              </a:ext>
            </a:extLst>
          </p:cNvPr>
          <p:cNvCxnSpPr/>
          <p:nvPr/>
        </p:nvCxnSpPr>
        <p:spPr>
          <a:xfrm>
            <a:off x="3219450" y="47386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D8E6BF29-216B-7E86-5325-4A5E660C0292}"/>
              </a:ext>
            </a:extLst>
          </p:cNvPr>
          <p:cNvCxnSpPr/>
          <p:nvPr/>
        </p:nvCxnSpPr>
        <p:spPr>
          <a:xfrm>
            <a:off x="3248025" y="47910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0B3BA628-64B4-5A8B-38A7-BEE8A526D03D}"/>
              </a:ext>
            </a:extLst>
          </p:cNvPr>
          <p:cNvCxnSpPr/>
          <p:nvPr/>
        </p:nvCxnSpPr>
        <p:spPr>
          <a:xfrm>
            <a:off x="3248025" y="48482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2BCB7FB-31C7-D1F6-292A-DF023BD9D909}"/>
              </a:ext>
            </a:extLst>
          </p:cNvPr>
          <p:cNvCxnSpPr/>
          <p:nvPr/>
        </p:nvCxnSpPr>
        <p:spPr>
          <a:xfrm>
            <a:off x="3219450" y="49029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F3B3627F-3AE9-DD42-10C5-AD8DCFED1C11}"/>
              </a:ext>
            </a:extLst>
          </p:cNvPr>
          <p:cNvCxnSpPr/>
          <p:nvPr/>
        </p:nvCxnSpPr>
        <p:spPr>
          <a:xfrm>
            <a:off x="3248025" y="49482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4611ECFB-1149-3E98-E86D-0C557A289D68}"/>
              </a:ext>
            </a:extLst>
          </p:cNvPr>
          <p:cNvCxnSpPr/>
          <p:nvPr/>
        </p:nvCxnSpPr>
        <p:spPr>
          <a:xfrm>
            <a:off x="3248025" y="50053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8E13D5AF-93E3-CFA6-A311-39E162D214B2}"/>
              </a:ext>
            </a:extLst>
          </p:cNvPr>
          <p:cNvCxnSpPr/>
          <p:nvPr/>
        </p:nvCxnSpPr>
        <p:spPr>
          <a:xfrm>
            <a:off x="3219450" y="50601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F23FD075-1214-D798-6FA3-1718383D5F9E}"/>
              </a:ext>
            </a:extLst>
          </p:cNvPr>
          <p:cNvCxnSpPr/>
          <p:nvPr/>
        </p:nvCxnSpPr>
        <p:spPr>
          <a:xfrm>
            <a:off x="3388518" y="51053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90854F9-FBAF-A1D9-8CDB-A72D4323295D}"/>
              </a:ext>
            </a:extLst>
          </p:cNvPr>
          <p:cNvCxnSpPr/>
          <p:nvPr/>
        </p:nvCxnSpPr>
        <p:spPr>
          <a:xfrm>
            <a:off x="3364706" y="51482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28C4602C-0CDC-AA45-680B-F87F5D07F0F1}"/>
              </a:ext>
            </a:extLst>
          </p:cNvPr>
          <p:cNvCxnSpPr/>
          <p:nvPr/>
        </p:nvCxnSpPr>
        <p:spPr>
          <a:xfrm>
            <a:off x="3364706" y="52054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DA6695C5-2F4C-4746-52BA-AA6D95DCEE57}"/>
              </a:ext>
            </a:extLst>
          </p:cNvPr>
          <p:cNvCxnSpPr/>
          <p:nvPr/>
        </p:nvCxnSpPr>
        <p:spPr>
          <a:xfrm>
            <a:off x="3364706" y="53173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6A0E6B4A-8492-12EF-971D-48B2552F3832}"/>
              </a:ext>
            </a:extLst>
          </p:cNvPr>
          <p:cNvCxnSpPr/>
          <p:nvPr/>
        </p:nvCxnSpPr>
        <p:spPr>
          <a:xfrm>
            <a:off x="3364706" y="52625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2D3DAF59-094A-F7D2-DDB4-3B25ED946CA7}"/>
              </a:ext>
            </a:extLst>
          </p:cNvPr>
          <p:cNvCxnSpPr/>
          <p:nvPr/>
        </p:nvCxnSpPr>
        <p:spPr>
          <a:xfrm>
            <a:off x="3388518" y="53720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0F77AD59-4BD6-627F-A3C2-232BF4F5497A}"/>
              </a:ext>
            </a:extLst>
          </p:cNvPr>
          <p:cNvCxnSpPr/>
          <p:nvPr/>
        </p:nvCxnSpPr>
        <p:spPr>
          <a:xfrm>
            <a:off x="3364706" y="54173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6773D257-EA34-F2E6-E317-284E35CF043A}"/>
              </a:ext>
            </a:extLst>
          </p:cNvPr>
          <p:cNvCxnSpPr/>
          <p:nvPr/>
        </p:nvCxnSpPr>
        <p:spPr>
          <a:xfrm>
            <a:off x="3364706" y="55221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821B8507-28C7-8807-F770-0E97B023631F}"/>
              </a:ext>
            </a:extLst>
          </p:cNvPr>
          <p:cNvCxnSpPr/>
          <p:nvPr/>
        </p:nvCxnSpPr>
        <p:spPr>
          <a:xfrm>
            <a:off x="3517106" y="54649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C645D81A-4FBE-F27B-955F-47FCD0E28CE9}"/>
              </a:ext>
            </a:extLst>
          </p:cNvPr>
          <p:cNvCxnSpPr/>
          <p:nvPr/>
        </p:nvCxnSpPr>
        <p:spPr>
          <a:xfrm>
            <a:off x="3517106" y="55697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60881323-F3F9-DB69-8FA6-E2A43B292AFF}"/>
              </a:ext>
            </a:extLst>
          </p:cNvPr>
          <p:cNvCxnSpPr/>
          <p:nvPr/>
        </p:nvCxnSpPr>
        <p:spPr>
          <a:xfrm>
            <a:off x="3683794" y="56173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FB2EA36-6861-1191-A2CC-AD5DAEC3A526}"/>
              </a:ext>
            </a:extLst>
          </p:cNvPr>
          <p:cNvCxnSpPr/>
          <p:nvPr/>
        </p:nvCxnSpPr>
        <p:spPr>
          <a:xfrm>
            <a:off x="3845718" y="57221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C29D870-5F71-CF78-4393-EC3140D2D563}"/>
              </a:ext>
            </a:extLst>
          </p:cNvPr>
          <p:cNvCxnSpPr/>
          <p:nvPr/>
        </p:nvCxnSpPr>
        <p:spPr>
          <a:xfrm>
            <a:off x="3845718" y="56649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FCE1378A-120C-AA21-1FAC-7D38983AE31B}"/>
              </a:ext>
            </a:extLst>
          </p:cNvPr>
          <p:cNvCxnSpPr/>
          <p:nvPr/>
        </p:nvCxnSpPr>
        <p:spPr>
          <a:xfrm>
            <a:off x="4002880" y="57745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0B3F60F5-7390-94AB-42BB-BC811FD99B0C}"/>
              </a:ext>
            </a:extLst>
          </p:cNvPr>
          <p:cNvCxnSpPr/>
          <p:nvPr/>
        </p:nvCxnSpPr>
        <p:spPr>
          <a:xfrm>
            <a:off x="4002880" y="58292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30A34A8B-781B-E830-A145-BA673451303F}"/>
              </a:ext>
            </a:extLst>
          </p:cNvPr>
          <p:cNvCxnSpPr/>
          <p:nvPr/>
        </p:nvCxnSpPr>
        <p:spPr>
          <a:xfrm>
            <a:off x="3309935" y="58816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3B9F8C13-A027-E10E-65BF-2E77849B009F}"/>
              </a:ext>
            </a:extLst>
          </p:cNvPr>
          <p:cNvCxnSpPr/>
          <p:nvPr/>
        </p:nvCxnSpPr>
        <p:spPr>
          <a:xfrm>
            <a:off x="3309935" y="59269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8458EFDF-52B0-A628-ABA6-22889AA74EDB}"/>
              </a:ext>
            </a:extLst>
          </p:cNvPr>
          <p:cNvCxnSpPr/>
          <p:nvPr/>
        </p:nvCxnSpPr>
        <p:spPr>
          <a:xfrm>
            <a:off x="3295647" y="59769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68B7956F-8B69-6057-BB78-A9ADA49DBC34}"/>
              </a:ext>
            </a:extLst>
          </p:cNvPr>
          <p:cNvCxnSpPr/>
          <p:nvPr/>
        </p:nvCxnSpPr>
        <p:spPr>
          <a:xfrm>
            <a:off x="3295647" y="60340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BB293B1-E5D4-A955-238B-7295D4CDD5D5}"/>
              </a:ext>
            </a:extLst>
          </p:cNvPr>
          <p:cNvCxnSpPr/>
          <p:nvPr/>
        </p:nvCxnSpPr>
        <p:spPr>
          <a:xfrm>
            <a:off x="3326604" y="60817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92C55EAC-A651-6C11-E31C-1B3801447313}"/>
              </a:ext>
            </a:extLst>
          </p:cNvPr>
          <p:cNvCxnSpPr/>
          <p:nvPr/>
        </p:nvCxnSpPr>
        <p:spPr>
          <a:xfrm>
            <a:off x="3309935" y="61317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C8AB2F17-F63C-01BF-B6B0-5E58E09A80A5}"/>
              </a:ext>
            </a:extLst>
          </p:cNvPr>
          <p:cNvCxnSpPr/>
          <p:nvPr/>
        </p:nvCxnSpPr>
        <p:spPr>
          <a:xfrm>
            <a:off x="3462335" y="64365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A763FC21-2D9B-3421-6E3F-6676D11B9797}"/>
              </a:ext>
            </a:extLst>
          </p:cNvPr>
          <p:cNvCxnSpPr/>
          <p:nvPr/>
        </p:nvCxnSpPr>
        <p:spPr>
          <a:xfrm>
            <a:off x="3448046" y="64936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8B08F032-FA59-5DD8-275A-7AB234EDA4FF}"/>
              </a:ext>
            </a:extLst>
          </p:cNvPr>
          <p:cNvCxnSpPr/>
          <p:nvPr/>
        </p:nvCxnSpPr>
        <p:spPr>
          <a:xfrm>
            <a:off x="3476622" y="65460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DFACC8F3-0CC8-E74A-0C9F-85FF08174E4B}"/>
              </a:ext>
            </a:extLst>
          </p:cNvPr>
          <p:cNvCxnSpPr/>
          <p:nvPr/>
        </p:nvCxnSpPr>
        <p:spPr>
          <a:xfrm>
            <a:off x="3431378" y="66008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BC6062A7-CE3F-8017-F092-86BFCDDC24C1}"/>
              </a:ext>
            </a:extLst>
          </p:cNvPr>
          <p:cNvCxnSpPr/>
          <p:nvPr/>
        </p:nvCxnSpPr>
        <p:spPr>
          <a:xfrm>
            <a:off x="3431378" y="66532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4F0810AB-8FBE-3744-B182-5F8581130436}"/>
              </a:ext>
            </a:extLst>
          </p:cNvPr>
          <p:cNvCxnSpPr/>
          <p:nvPr/>
        </p:nvCxnSpPr>
        <p:spPr>
          <a:xfrm>
            <a:off x="3459957" y="61864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6A802E39-DB92-045A-F69A-8F1986E4A112}"/>
              </a:ext>
            </a:extLst>
          </p:cNvPr>
          <p:cNvCxnSpPr/>
          <p:nvPr/>
        </p:nvCxnSpPr>
        <p:spPr>
          <a:xfrm>
            <a:off x="3476622" y="62341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4869FD25-7C13-FCFA-3574-6B3680F087FE}"/>
              </a:ext>
            </a:extLst>
          </p:cNvPr>
          <p:cNvCxnSpPr/>
          <p:nvPr/>
        </p:nvCxnSpPr>
        <p:spPr>
          <a:xfrm>
            <a:off x="3612357" y="63865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FAB20981-5D94-9C37-DDC6-77132D448E5D}"/>
              </a:ext>
            </a:extLst>
          </p:cNvPr>
          <p:cNvCxnSpPr/>
          <p:nvPr/>
        </p:nvCxnSpPr>
        <p:spPr>
          <a:xfrm>
            <a:off x="3612357" y="63293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4B015BA4-88B2-2E65-D414-834B362AC2E1}"/>
              </a:ext>
            </a:extLst>
          </p:cNvPr>
          <p:cNvCxnSpPr/>
          <p:nvPr/>
        </p:nvCxnSpPr>
        <p:spPr>
          <a:xfrm>
            <a:off x="3476622" y="62817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DB311A05-BAD7-F4FD-489F-9119BF75A875}"/>
              </a:ext>
            </a:extLst>
          </p:cNvPr>
          <p:cNvCxnSpPr/>
          <p:nvPr/>
        </p:nvCxnSpPr>
        <p:spPr>
          <a:xfrm>
            <a:off x="3443287" y="67079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B4447DF1-CE4C-9A1F-1518-858E568EABE9}"/>
              </a:ext>
            </a:extLst>
          </p:cNvPr>
          <p:cNvCxnSpPr>
            <a:cxnSpLocks/>
          </p:cNvCxnSpPr>
          <p:nvPr/>
        </p:nvCxnSpPr>
        <p:spPr>
          <a:xfrm rot="16200000">
            <a:off x="2129790" y="7000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95D2D693-5983-DCEC-7841-9E54CA60CB8D}"/>
              </a:ext>
            </a:extLst>
          </p:cNvPr>
          <p:cNvCxnSpPr>
            <a:cxnSpLocks/>
          </p:cNvCxnSpPr>
          <p:nvPr/>
        </p:nvCxnSpPr>
        <p:spPr>
          <a:xfrm rot="16200000">
            <a:off x="2179796" y="8405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47D6EFDB-F164-4161-B2DE-29889A3BCE9D}"/>
              </a:ext>
            </a:extLst>
          </p:cNvPr>
          <p:cNvCxnSpPr>
            <a:cxnSpLocks/>
          </p:cNvCxnSpPr>
          <p:nvPr/>
        </p:nvCxnSpPr>
        <p:spPr>
          <a:xfrm rot="16200000">
            <a:off x="2234565" y="85010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EEEA65B-4914-4CC7-B5E1-90595291659B}"/>
              </a:ext>
            </a:extLst>
          </p:cNvPr>
          <p:cNvCxnSpPr>
            <a:cxnSpLocks/>
          </p:cNvCxnSpPr>
          <p:nvPr/>
        </p:nvCxnSpPr>
        <p:spPr>
          <a:xfrm rot="16200000">
            <a:off x="2282190" y="8524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C816974A-077B-15EB-B1C1-888714ABA6AB}"/>
              </a:ext>
            </a:extLst>
          </p:cNvPr>
          <p:cNvCxnSpPr>
            <a:cxnSpLocks/>
          </p:cNvCxnSpPr>
          <p:nvPr/>
        </p:nvCxnSpPr>
        <p:spPr>
          <a:xfrm rot="16200000">
            <a:off x="2334577" y="10120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A206ECD7-EABF-E5BE-BFD6-CEA50E449A72}"/>
              </a:ext>
            </a:extLst>
          </p:cNvPr>
          <p:cNvCxnSpPr>
            <a:cxnSpLocks/>
          </p:cNvCxnSpPr>
          <p:nvPr/>
        </p:nvCxnSpPr>
        <p:spPr>
          <a:xfrm rot="16200000">
            <a:off x="2391727" y="10120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7080B199-A508-163A-E686-10098DBDC50B}"/>
              </a:ext>
            </a:extLst>
          </p:cNvPr>
          <p:cNvCxnSpPr>
            <a:cxnSpLocks/>
          </p:cNvCxnSpPr>
          <p:nvPr/>
        </p:nvCxnSpPr>
        <p:spPr>
          <a:xfrm rot="16200000">
            <a:off x="2491740" y="10120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846A6FE1-4831-8D07-5302-6A3CCB0886C3}"/>
              </a:ext>
            </a:extLst>
          </p:cNvPr>
          <p:cNvCxnSpPr>
            <a:cxnSpLocks/>
          </p:cNvCxnSpPr>
          <p:nvPr/>
        </p:nvCxnSpPr>
        <p:spPr>
          <a:xfrm rot="16200000">
            <a:off x="2439352" y="10120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F47A980-CC73-527D-E287-EF7F7BAC874D}"/>
              </a:ext>
            </a:extLst>
          </p:cNvPr>
          <p:cNvCxnSpPr>
            <a:cxnSpLocks/>
          </p:cNvCxnSpPr>
          <p:nvPr/>
        </p:nvCxnSpPr>
        <p:spPr>
          <a:xfrm rot="16200000">
            <a:off x="2536983" y="9763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88EA68D-F327-71D8-514E-B2A5B0D18AD0}"/>
              </a:ext>
            </a:extLst>
          </p:cNvPr>
          <p:cNvCxnSpPr>
            <a:cxnSpLocks/>
          </p:cNvCxnSpPr>
          <p:nvPr/>
        </p:nvCxnSpPr>
        <p:spPr>
          <a:xfrm rot="16200000">
            <a:off x="2594133" y="11239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D5D8D0E9-B71C-58F8-2D79-B27DBD3B73B0}"/>
              </a:ext>
            </a:extLst>
          </p:cNvPr>
          <p:cNvCxnSpPr>
            <a:cxnSpLocks/>
          </p:cNvCxnSpPr>
          <p:nvPr/>
        </p:nvCxnSpPr>
        <p:spPr>
          <a:xfrm rot="16200000">
            <a:off x="2651283" y="11239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A426182F-FD59-5316-7FFB-13F19D580456}"/>
              </a:ext>
            </a:extLst>
          </p:cNvPr>
          <p:cNvCxnSpPr>
            <a:cxnSpLocks/>
          </p:cNvCxnSpPr>
          <p:nvPr/>
        </p:nvCxnSpPr>
        <p:spPr>
          <a:xfrm rot="16200000">
            <a:off x="2701289" y="11334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AF316CD0-DECD-C5AB-A614-0337BE63727E}"/>
              </a:ext>
            </a:extLst>
          </p:cNvPr>
          <p:cNvCxnSpPr>
            <a:cxnSpLocks/>
          </p:cNvCxnSpPr>
          <p:nvPr/>
        </p:nvCxnSpPr>
        <p:spPr>
          <a:xfrm rot="16200000">
            <a:off x="2748915" y="11358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9BDF04F1-B4B8-52EA-8EF8-0297826127A4}"/>
              </a:ext>
            </a:extLst>
          </p:cNvPr>
          <p:cNvCxnSpPr>
            <a:cxnSpLocks/>
          </p:cNvCxnSpPr>
          <p:nvPr/>
        </p:nvCxnSpPr>
        <p:spPr>
          <a:xfrm rot="16200000">
            <a:off x="2796540" y="11358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1F9D097A-269A-3F5A-8ED5-352953A847F3}"/>
              </a:ext>
            </a:extLst>
          </p:cNvPr>
          <p:cNvCxnSpPr>
            <a:cxnSpLocks/>
          </p:cNvCxnSpPr>
          <p:nvPr/>
        </p:nvCxnSpPr>
        <p:spPr>
          <a:xfrm rot="16200000">
            <a:off x="2844164" y="11358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511465DB-DDCF-50D3-327A-35DBFE85BB6C}"/>
              </a:ext>
            </a:extLst>
          </p:cNvPr>
          <p:cNvCxnSpPr>
            <a:cxnSpLocks/>
          </p:cNvCxnSpPr>
          <p:nvPr/>
        </p:nvCxnSpPr>
        <p:spPr>
          <a:xfrm rot="16200000">
            <a:off x="2898933" y="11453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9C24D2D4-4EEE-1EDD-0F0A-18DA9801E3F5}"/>
              </a:ext>
            </a:extLst>
          </p:cNvPr>
          <p:cNvCxnSpPr>
            <a:cxnSpLocks/>
          </p:cNvCxnSpPr>
          <p:nvPr/>
        </p:nvCxnSpPr>
        <p:spPr>
          <a:xfrm rot="16200000">
            <a:off x="2958464" y="11358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77B1CD40-D41D-94FE-541F-726C5DFA35FD}"/>
              </a:ext>
            </a:extLst>
          </p:cNvPr>
          <p:cNvCxnSpPr>
            <a:cxnSpLocks/>
          </p:cNvCxnSpPr>
          <p:nvPr/>
        </p:nvCxnSpPr>
        <p:spPr>
          <a:xfrm rot="16200000">
            <a:off x="3008470" y="11334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2F2B3634-1BDC-A090-BD0D-21A7BBF4D63F}"/>
              </a:ext>
            </a:extLst>
          </p:cNvPr>
          <p:cNvCxnSpPr>
            <a:cxnSpLocks/>
          </p:cNvCxnSpPr>
          <p:nvPr/>
        </p:nvCxnSpPr>
        <p:spPr>
          <a:xfrm rot="16200000">
            <a:off x="3065621" y="11358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46F147D0-6BE3-EE92-11DF-87F46053A69E}"/>
              </a:ext>
            </a:extLst>
          </p:cNvPr>
          <p:cNvCxnSpPr>
            <a:cxnSpLocks/>
          </p:cNvCxnSpPr>
          <p:nvPr/>
        </p:nvCxnSpPr>
        <p:spPr>
          <a:xfrm rot="16200000">
            <a:off x="3118008" y="11501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7C5A3F6C-695C-6E3B-1EA1-A72051747D4E}"/>
              </a:ext>
            </a:extLst>
          </p:cNvPr>
          <p:cNvCxnSpPr>
            <a:cxnSpLocks/>
          </p:cNvCxnSpPr>
          <p:nvPr/>
        </p:nvCxnSpPr>
        <p:spPr>
          <a:xfrm rot="16200000">
            <a:off x="3163252" y="11453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6A293AA7-D52B-6E56-7E65-73FF5A319C4C}"/>
              </a:ext>
            </a:extLst>
          </p:cNvPr>
          <p:cNvCxnSpPr>
            <a:cxnSpLocks/>
          </p:cNvCxnSpPr>
          <p:nvPr/>
        </p:nvCxnSpPr>
        <p:spPr>
          <a:xfrm rot="16200000">
            <a:off x="3215639" y="11453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2275900C-0F78-E579-B24B-1069397BF6D3}"/>
              </a:ext>
            </a:extLst>
          </p:cNvPr>
          <p:cNvCxnSpPr>
            <a:cxnSpLocks/>
          </p:cNvCxnSpPr>
          <p:nvPr/>
        </p:nvCxnSpPr>
        <p:spPr>
          <a:xfrm rot="16200000">
            <a:off x="3263265" y="11358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6BBD4EE2-ABF8-2155-3438-EF65F200098A}"/>
              </a:ext>
            </a:extLst>
          </p:cNvPr>
          <p:cNvCxnSpPr>
            <a:cxnSpLocks/>
          </p:cNvCxnSpPr>
          <p:nvPr/>
        </p:nvCxnSpPr>
        <p:spPr>
          <a:xfrm rot="16200000">
            <a:off x="3308508" y="11453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355BC86D-D4AC-063B-928B-99EED730AC56}"/>
              </a:ext>
            </a:extLst>
          </p:cNvPr>
          <p:cNvCxnSpPr>
            <a:cxnSpLocks/>
          </p:cNvCxnSpPr>
          <p:nvPr/>
        </p:nvCxnSpPr>
        <p:spPr>
          <a:xfrm rot="16200000">
            <a:off x="3351371" y="11096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F29BE857-E78A-26ED-B113-927D7AAE5F1D}"/>
              </a:ext>
            </a:extLst>
          </p:cNvPr>
          <p:cNvCxnSpPr>
            <a:cxnSpLocks/>
          </p:cNvCxnSpPr>
          <p:nvPr/>
        </p:nvCxnSpPr>
        <p:spPr>
          <a:xfrm rot="16200000">
            <a:off x="3351371" y="11239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CE4438E1-6577-B6D8-D3B7-E58720EC6A49}"/>
              </a:ext>
            </a:extLst>
          </p:cNvPr>
          <p:cNvCxnSpPr>
            <a:cxnSpLocks/>
          </p:cNvCxnSpPr>
          <p:nvPr/>
        </p:nvCxnSpPr>
        <p:spPr>
          <a:xfrm rot="16200000">
            <a:off x="3401377" y="11453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0B2DF905-1E41-043D-CF13-E9ED148E4700}"/>
              </a:ext>
            </a:extLst>
          </p:cNvPr>
          <p:cNvCxnSpPr>
            <a:cxnSpLocks/>
          </p:cNvCxnSpPr>
          <p:nvPr/>
        </p:nvCxnSpPr>
        <p:spPr>
          <a:xfrm rot="16200000">
            <a:off x="3458527" y="11453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DA397554-54AF-4D17-E7EB-2DE43E3F060F}"/>
              </a:ext>
            </a:extLst>
          </p:cNvPr>
          <p:cNvCxnSpPr>
            <a:cxnSpLocks/>
          </p:cNvCxnSpPr>
          <p:nvPr/>
        </p:nvCxnSpPr>
        <p:spPr>
          <a:xfrm rot="16200000">
            <a:off x="2084546" y="11596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1DFD5096-BA5E-A467-21FC-1977E989E9A2}"/>
              </a:ext>
            </a:extLst>
          </p:cNvPr>
          <p:cNvCxnSpPr>
            <a:cxnSpLocks/>
          </p:cNvCxnSpPr>
          <p:nvPr/>
        </p:nvCxnSpPr>
        <p:spPr>
          <a:xfrm rot="16200000">
            <a:off x="2030967" y="14025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A1300BC1-5242-2B31-E1A0-46D434573403}"/>
              </a:ext>
            </a:extLst>
          </p:cNvPr>
          <p:cNvCxnSpPr>
            <a:cxnSpLocks/>
          </p:cNvCxnSpPr>
          <p:nvPr/>
        </p:nvCxnSpPr>
        <p:spPr>
          <a:xfrm rot="16200000">
            <a:off x="1963419" y="136683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C2ED57DB-9FE4-B082-ABB4-F785453E302F}"/>
              </a:ext>
            </a:extLst>
          </p:cNvPr>
          <p:cNvCxnSpPr>
            <a:cxnSpLocks/>
          </p:cNvCxnSpPr>
          <p:nvPr/>
        </p:nvCxnSpPr>
        <p:spPr>
          <a:xfrm rot="16200000">
            <a:off x="1911976" y="13430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003322C7-8627-CB9F-522E-06AC8E709595}"/>
              </a:ext>
            </a:extLst>
          </p:cNvPr>
          <p:cNvCxnSpPr>
            <a:cxnSpLocks/>
          </p:cNvCxnSpPr>
          <p:nvPr/>
        </p:nvCxnSpPr>
        <p:spPr>
          <a:xfrm rot="16200000">
            <a:off x="1869114" y="135374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DD154C2E-65F2-1193-BCFB-15794BF83A47}"/>
              </a:ext>
            </a:extLst>
          </p:cNvPr>
          <p:cNvCxnSpPr>
            <a:cxnSpLocks/>
          </p:cNvCxnSpPr>
          <p:nvPr/>
        </p:nvCxnSpPr>
        <p:spPr>
          <a:xfrm rot="16200000">
            <a:off x="1817671" y="13477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E05EE280-82AE-5C01-CD9F-233A044AD470}"/>
              </a:ext>
            </a:extLst>
          </p:cNvPr>
          <p:cNvCxnSpPr>
            <a:cxnSpLocks/>
          </p:cNvCxnSpPr>
          <p:nvPr/>
        </p:nvCxnSpPr>
        <p:spPr>
          <a:xfrm rot="16200000">
            <a:off x="1768113" y="13620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1383FEA1-EACC-A93F-723B-9C138E372871}"/>
              </a:ext>
            </a:extLst>
          </p:cNvPr>
          <p:cNvCxnSpPr>
            <a:cxnSpLocks/>
          </p:cNvCxnSpPr>
          <p:nvPr/>
        </p:nvCxnSpPr>
        <p:spPr>
          <a:xfrm rot="16200000">
            <a:off x="1718105" y="13430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5F115845-BAEF-C6B0-578B-512D582A3FAA}"/>
              </a:ext>
            </a:extLst>
          </p:cNvPr>
          <p:cNvCxnSpPr>
            <a:cxnSpLocks/>
          </p:cNvCxnSpPr>
          <p:nvPr/>
        </p:nvCxnSpPr>
        <p:spPr>
          <a:xfrm rot="16200000">
            <a:off x="1668322" y="12715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A1062C61-A9CC-3FD5-E5FA-BE0E18804750}"/>
              </a:ext>
            </a:extLst>
          </p:cNvPr>
          <p:cNvCxnSpPr>
            <a:cxnSpLocks/>
          </p:cNvCxnSpPr>
          <p:nvPr/>
        </p:nvCxnSpPr>
        <p:spPr>
          <a:xfrm rot="16200000">
            <a:off x="1625741" y="133111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652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AB0776-FCC8-3AD9-504E-C4F1D3DE2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161" y="-3606"/>
            <a:ext cx="2563677" cy="6861605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88B9E1D-7FB5-6CBC-D64C-91E676640BCC}"/>
              </a:ext>
            </a:extLst>
          </p:cNvPr>
          <p:cNvCxnSpPr/>
          <p:nvPr/>
        </p:nvCxnSpPr>
        <p:spPr>
          <a:xfrm>
            <a:off x="2863850" y="4198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1A56D47-67EA-E76E-74D6-75BD48C60C67}"/>
              </a:ext>
            </a:extLst>
          </p:cNvPr>
          <p:cNvCxnSpPr/>
          <p:nvPr/>
        </p:nvCxnSpPr>
        <p:spPr>
          <a:xfrm>
            <a:off x="2809875" y="46196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704307A-79F1-C319-AA64-D010738FC434}"/>
              </a:ext>
            </a:extLst>
          </p:cNvPr>
          <p:cNvCxnSpPr/>
          <p:nvPr/>
        </p:nvCxnSpPr>
        <p:spPr>
          <a:xfrm>
            <a:off x="2831307" y="5095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A693698-969E-4AB6-CB36-1FE60A6B12CC}"/>
              </a:ext>
            </a:extLst>
          </p:cNvPr>
          <p:cNvCxnSpPr/>
          <p:nvPr/>
        </p:nvCxnSpPr>
        <p:spPr>
          <a:xfrm>
            <a:off x="2831307" y="5500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7330C71-4396-6A6F-8BEC-E36C068E442F}"/>
              </a:ext>
            </a:extLst>
          </p:cNvPr>
          <p:cNvCxnSpPr/>
          <p:nvPr/>
        </p:nvCxnSpPr>
        <p:spPr>
          <a:xfrm>
            <a:off x="2790825" y="5953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8DF3198-EDDC-B73F-15DC-9936E69ADFA8}"/>
              </a:ext>
            </a:extLst>
          </p:cNvPr>
          <p:cNvCxnSpPr/>
          <p:nvPr/>
        </p:nvCxnSpPr>
        <p:spPr>
          <a:xfrm>
            <a:off x="2790825" y="6334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9017F49-FE36-0516-15B0-736B0D3DA41D}"/>
              </a:ext>
            </a:extLst>
          </p:cNvPr>
          <p:cNvCxnSpPr/>
          <p:nvPr/>
        </p:nvCxnSpPr>
        <p:spPr>
          <a:xfrm>
            <a:off x="2831307" y="6762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BD1FC55-9750-3D18-0293-BE5429C89761}"/>
              </a:ext>
            </a:extLst>
          </p:cNvPr>
          <p:cNvCxnSpPr/>
          <p:nvPr/>
        </p:nvCxnSpPr>
        <p:spPr>
          <a:xfrm>
            <a:off x="2809875" y="71437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219AA0C-B32A-D1D6-095A-004C8BADE00A}"/>
              </a:ext>
            </a:extLst>
          </p:cNvPr>
          <p:cNvCxnSpPr/>
          <p:nvPr/>
        </p:nvCxnSpPr>
        <p:spPr>
          <a:xfrm>
            <a:off x="2809875" y="2905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9E598A5-69F1-1342-2DC8-C268BF555C7F}"/>
              </a:ext>
            </a:extLst>
          </p:cNvPr>
          <p:cNvCxnSpPr/>
          <p:nvPr/>
        </p:nvCxnSpPr>
        <p:spPr>
          <a:xfrm>
            <a:off x="2986088" y="7596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CB4F462-3A13-0873-0FDA-47E968F28D9E}"/>
              </a:ext>
            </a:extLst>
          </p:cNvPr>
          <p:cNvCxnSpPr/>
          <p:nvPr/>
        </p:nvCxnSpPr>
        <p:spPr>
          <a:xfrm>
            <a:off x="3005138" y="8048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15ACDBA-F0DE-3CD2-D1F6-5A7E0DFFD5F1}"/>
              </a:ext>
            </a:extLst>
          </p:cNvPr>
          <p:cNvCxnSpPr/>
          <p:nvPr/>
        </p:nvCxnSpPr>
        <p:spPr>
          <a:xfrm>
            <a:off x="2986088" y="8524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EF65CB4-7C7C-E890-7EF1-CDD07EB4A7D1}"/>
              </a:ext>
            </a:extLst>
          </p:cNvPr>
          <p:cNvCxnSpPr/>
          <p:nvPr/>
        </p:nvCxnSpPr>
        <p:spPr>
          <a:xfrm>
            <a:off x="2986088" y="8929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40C5206-511D-9FED-1319-AB97CB72BFE0}"/>
              </a:ext>
            </a:extLst>
          </p:cNvPr>
          <p:cNvCxnSpPr/>
          <p:nvPr/>
        </p:nvCxnSpPr>
        <p:spPr>
          <a:xfrm>
            <a:off x="2986088" y="9334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0B8F112-D356-EA5E-95DD-51A6013F2AFC}"/>
              </a:ext>
            </a:extLst>
          </p:cNvPr>
          <p:cNvCxnSpPr/>
          <p:nvPr/>
        </p:nvCxnSpPr>
        <p:spPr>
          <a:xfrm>
            <a:off x="2986088" y="9763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03237C5-F6E2-A693-6273-18F6038E3E60}"/>
              </a:ext>
            </a:extLst>
          </p:cNvPr>
          <p:cNvCxnSpPr/>
          <p:nvPr/>
        </p:nvCxnSpPr>
        <p:spPr>
          <a:xfrm>
            <a:off x="3026569" y="102870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8C6435D-32FC-1B8B-7F54-354119E2BEA7}"/>
              </a:ext>
            </a:extLst>
          </p:cNvPr>
          <p:cNvCxnSpPr/>
          <p:nvPr/>
        </p:nvCxnSpPr>
        <p:spPr>
          <a:xfrm>
            <a:off x="2986088" y="10644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840ED72-2CDE-7737-72DD-4C45780A2390}"/>
              </a:ext>
            </a:extLst>
          </p:cNvPr>
          <p:cNvCxnSpPr/>
          <p:nvPr/>
        </p:nvCxnSpPr>
        <p:spPr>
          <a:xfrm>
            <a:off x="2986088" y="11096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56ED5EA-4684-BC33-7ED3-96965444364A}"/>
              </a:ext>
            </a:extLst>
          </p:cNvPr>
          <p:cNvCxnSpPr/>
          <p:nvPr/>
        </p:nvCxnSpPr>
        <p:spPr>
          <a:xfrm>
            <a:off x="2967037" y="11596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5198E2F-A2A1-C8AE-B4FA-768905681598}"/>
              </a:ext>
            </a:extLst>
          </p:cNvPr>
          <p:cNvCxnSpPr/>
          <p:nvPr/>
        </p:nvCxnSpPr>
        <p:spPr>
          <a:xfrm>
            <a:off x="2967037" y="12144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2D0C24D-799C-DE9A-72AF-B8C68F99BE39}"/>
              </a:ext>
            </a:extLst>
          </p:cNvPr>
          <p:cNvCxnSpPr/>
          <p:nvPr/>
        </p:nvCxnSpPr>
        <p:spPr>
          <a:xfrm>
            <a:off x="2986088" y="12549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5F28CC8-8FC8-ED0D-5C20-909BAEAE1E9E}"/>
              </a:ext>
            </a:extLst>
          </p:cNvPr>
          <p:cNvCxnSpPr/>
          <p:nvPr/>
        </p:nvCxnSpPr>
        <p:spPr>
          <a:xfrm>
            <a:off x="2938463" y="13001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607450D-57E4-099C-D444-2F135D2344A4}"/>
              </a:ext>
            </a:extLst>
          </p:cNvPr>
          <p:cNvCxnSpPr/>
          <p:nvPr/>
        </p:nvCxnSpPr>
        <p:spPr>
          <a:xfrm>
            <a:off x="2967037" y="13382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875E0F2-CABE-8A1B-6B4B-482F4B4985BF}"/>
              </a:ext>
            </a:extLst>
          </p:cNvPr>
          <p:cNvCxnSpPr/>
          <p:nvPr/>
        </p:nvCxnSpPr>
        <p:spPr>
          <a:xfrm>
            <a:off x="2902744" y="13811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D499989-DB91-24C0-0169-595AC79A86A4}"/>
              </a:ext>
            </a:extLst>
          </p:cNvPr>
          <p:cNvCxnSpPr/>
          <p:nvPr/>
        </p:nvCxnSpPr>
        <p:spPr>
          <a:xfrm>
            <a:off x="2902744" y="14263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F59BCDB-9B11-D68C-6381-3870EA4045A1}"/>
              </a:ext>
            </a:extLst>
          </p:cNvPr>
          <p:cNvCxnSpPr/>
          <p:nvPr/>
        </p:nvCxnSpPr>
        <p:spPr>
          <a:xfrm>
            <a:off x="2921794" y="14716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6D99057-E65B-D584-D54E-C57F4A2A0C5A}"/>
              </a:ext>
            </a:extLst>
          </p:cNvPr>
          <p:cNvCxnSpPr/>
          <p:nvPr/>
        </p:nvCxnSpPr>
        <p:spPr>
          <a:xfrm>
            <a:off x="2938463" y="15097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5FCA490-51F0-A510-8467-5C4FB1C15FB8}"/>
              </a:ext>
            </a:extLst>
          </p:cNvPr>
          <p:cNvCxnSpPr/>
          <p:nvPr/>
        </p:nvCxnSpPr>
        <p:spPr>
          <a:xfrm>
            <a:off x="2921794" y="15573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E2A247E-64D0-31E2-AF82-C61A8EAB1601}"/>
              </a:ext>
            </a:extLst>
          </p:cNvPr>
          <p:cNvCxnSpPr/>
          <p:nvPr/>
        </p:nvCxnSpPr>
        <p:spPr>
          <a:xfrm>
            <a:off x="3026569" y="161210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1107E0C-0E28-82EB-731D-F60DBE4E82A2}"/>
              </a:ext>
            </a:extLst>
          </p:cNvPr>
          <p:cNvCxnSpPr/>
          <p:nvPr/>
        </p:nvCxnSpPr>
        <p:spPr>
          <a:xfrm>
            <a:off x="3109913" y="16549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0AEE5665-A075-9C75-B0D2-C51C2C1CD241}"/>
              </a:ext>
            </a:extLst>
          </p:cNvPr>
          <p:cNvCxnSpPr/>
          <p:nvPr/>
        </p:nvCxnSpPr>
        <p:spPr>
          <a:xfrm>
            <a:off x="3074194" y="17073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3D3C123-27D5-5FBB-B80A-2ED0F09B96F4}"/>
              </a:ext>
            </a:extLst>
          </p:cNvPr>
          <p:cNvCxnSpPr/>
          <p:nvPr/>
        </p:nvCxnSpPr>
        <p:spPr>
          <a:xfrm>
            <a:off x="3074194" y="174307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020974C-4C99-025E-55D1-7E325F90BB56}"/>
              </a:ext>
            </a:extLst>
          </p:cNvPr>
          <p:cNvCxnSpPr/>
          <p:nvPr/>
        </p:nvCxnSpPr>
        <p:spPr>
          <a:xfrm>
            <a:off x="3074194" y="178355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EBC218E-0581-1F54-FE29-626CC9AF2BB3}"/>
              </a:ext>
            </a:extLst>
          </p:cNvPr>
          <p:cNvCxnSpPr/>
          <p:nvPr/>
        </p:nvCxnSpPr>
        <p:spPr>
          <a:xfrm>
            <a:off x="3074194" y="18407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0A07D124-A168-6D43-787C-C8BE822D8143}"/>
              </a:ext>
            </a:extLst>
          </p:cNvPr>
          <p:cNvCxnSpPr/>
          <p:nvPr/>
        </p:nvCxnSpPr>
        <p:spPr>
          <a:xfrm>
            <a:off x="3109913" y="18811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A63575A-8035-84D0-5878-F83829E888B9}"/>
              </a:ext>
            </a:extLst>
          </p:cNvPr>
          <p:cNvCxnSpPr/>
          <p:nvPr/>
        </p:nvCxnSpPr>
        <p:spPr>
          <a:xfrm>
            <a:off x="3074194" y="19240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5C3168C3-6671-5E8E-5021-73B33E1870E7}"/>
              </a:ext>
            </a:extLst>
          </p:cNvPr>
          <p:cNvCxnSpPr/>
          <p:nvPr/>
        </p:nvCxnSpPr>
        <p:spPr>
          <a:xfrm>
            <a:off x="3074194" y="19669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105D701-3220-1A7A-30B3-FDF9255E41CF}"/>
              </a:ext>
            </a:extLst>
          </p:cNvPr>
          <p:cNvCxnSpPr/>
          <p:nvPr/>
        </p:nvCxnSpPr>
        <p:spPr>
          <a:xfrm>
            <a:off x="3074194" y="20121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44368901-E012-71FD-B26B-A26F735E89E3}"/>
              </a:ext>
            </a:extLst>
          </p:cNvPr>
          <p:cNvCxnSpPr/>
          <p:nvPr/>
        </p:nvCxnSpPr>
        <p:spPr>
          <a:xfrm>
            <a:off x="3074194" y="20550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986221F-3EF3-E515-1187-9430CA1D8215}"/>
              </a:ext>
            </a:extLst>
          </p:cNvPr>
          <p:cNvCxnSpPr/>
          <p:nvPr/>
        </p:nvCxnSpPr>
        <p:spPr>
          <a:xfrm>
            <a:off x="3074194" y="21002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480BCB33-C954-E9CC-4C70-35BF7F08B07F}"/>
              </a:ext>
            </a:extLst>
          </p:cNvPr>
          <p:cNvCxnSpPr/>
          <p:nvPr/>
        </p:nvCxnSpPr>
        <p:spPr>
          <a:xfrm>
            <a:off x="3231356" y="21407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63FDBD53-6E0B-F1B0-A9C7-2AA43AA28B21}"/>
              </a:ext>
            </a:extLst>
          </p:cNvPr>
          <p:cNvCxnSpPr/>
          <p:nvPr/>
        </p:nvCxnSpPr>
        <p:spPr>
          <a:xfrm>
            <a:off x="3074194" y="21859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496D89C0-DB2A-8071-C137-C49C89209A86}"/>
              </a:ext>
            </a:extLst>
          </p:cNvPr>
          <p:cNvCxnSpPr/>
          <p:nvPr/>
        </p:nvCxnSpPr>
        <p:spPr>
          <a:xfrm>
            <a:off x="3074194" y="22383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AE7A7FD-16C1-6032-8949-DB761950D1BF}"/>
              </a:ext>
            </a:extLst>
          </p:cNvPr>
          <p:cNvCxnSpPr/>
          <p:nvPr/>
        </p:nvCxnSpPr>
        <p:spPr>
          <a:xfrm>
            <a:off x="3074194" y="22740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787478C-140D-4944-6287-EB66D0F92441}"/>
              </a:ext>
            </a:extLst>
          </p:cNvPr>
          <p:cNvCxnSpPr/>
          <p:nvPr/>
        </p:nvCxnSpPr>
        <p:spPr>
          <a:xfrm>
            <a:off x="3026569" y="23145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586073A2-E483-8493-8598-AD219730C8DD}"/>
              </a:ext>
            </a:extLst>
          </p:cNvPr>
          <p:cNvCxnSpPr/>
          <p:nvPr/>
        </p:nvCxnSpPr>
        <p:spPr>
          <a:xfrm>
            <a:off x="3026569" y="23669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AA9A9F4-6686-E3A5-C822-83A1326199A9}"/>
              </a:ext>
            </a:extLst>
          </p:cNvPr>
          <p:cNvCxnSpPr/>
          <p:nvPr/>
        </p:nvCxnSpPr>
        <p:spPr>
          <a:xfrm>
            <a:off x="3043238" y="24050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5B79A7BF-44A1-F947-EA1C-D215CF19B9B3}"/>
              </a:ext>
            </a:extLst>
          </p:cNvPr>
          <p:cNvCxnSpPr/>
          <p:nvPr/>
        </p:nvCxnSpPr>
        <p:spPr>
          <a:xfrm>
            <a:off x="3043238" y="24622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328A695E-9B93-BC30-6533-E67598896253}"/>
              </a:ext>
            </a:extLst>
          </p:cNvPr>
          <p:cNvCxnSpPr/>
          <p:nvPr/>
        </p:nvCxnSpPr>
        <p:spPr>
          <a:xfrm>
            <a:off x="3026569" y="25026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315EEE5E-8271-C2BD-CC4D-1E1C8BF7C98B}"/>
              </a:ext>
            </a:extLst>
          </p:cNvPr>
          <p:cNvCxnSpPr/>
          <p:nvPr/>
        </p:nvCxnSpPr>
        <p:spPr>
          <a:xfrm>
            <a:off x="3043238" y="25431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EF4701E-C24A-8BA2-57F9-48A4D1CDF57D}"/>
              </a:ext>
            </a:extLst>
          </p:cNvPr>
          <p:cNvCxnSpPr/>
          <p:nvPr/>
        </p:nvCxnSpPr>
        <p:spPr>
          <a:xfrm>
            <a:off x="3026569" y="25907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506391B1-3A50-5373-FE0A-0ED5523D30B4}"/>
              </a:ext>
            </a:extLst>
          </p:cNvPr>
          <p:cNvCxnSpPr/>
          <p:nvPr/>
        </p:nvCxnSpPr>
        <p:spPr>
          <a:xfrm>
            <a:off x="3193256" y="26312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FD9A8411-24AD-EBFB-C31C-0B45B55A2D2A}"/>
              </a:ext>
            </a:extLst>
          </p:cNvPr>
          <p:cNvCxnSpPr/>
          <p:nvPr/>
        </p:nvCxnSpPr>
        <p:spPr>
          <a:xfrm>
            <a:off x="3169444" y="26693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B4214293-4F40-8BE0-D600-D481F324C8A7}"/>
              </a:ext>
            </a:extLst>
          </p:cNvPr>
          <p:cNvCxnSpPr/>
          <p:nvPr/>
        </p:nvCxnSpPr>
        <p:spPr>
          <a:xfrm>
            <a:off x="3138488" y="27289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1FDA3496-0AF7-0DB0-2BB3-282E2C250E53}"/>
              </a:ext>
            </a:extLst>
          </p:cNvPr>
          <p:cNvCxnSpPr/>
          <p:nvPr/>
        </p:nvCxnSpPr>
        <p:spPr>
          <a:xfrm>
            <a:off x="3193256" y="27693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46FF39E-9674-E33A-D838-B6046443886D}"/>
              </a:ext>
            </a:extLst>
          </p:cNvPr>
          <p:cNvCxnSpPr/>
          <p:nvPr/>
        </p:nvCxnSpPr>
        <p:spPr>
          <a:xfrm>
            <a:off x="3169444" y="28027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DADD6E97-9A05-8B40-CB3F-5567565AAFEA}"/>
              </a:ext>
            </a:extLst>
          </p:cNvPr>
          <p:cNvCxnSpPr/>
          <p:nvPr/>
        </p:nvCxnSpPr>
        <p:spPr>
          <a:xfrm>
            <a:off x="3169444" y="28503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C9DAE1F-7AEA-57BA-E860-FD1B5536FDC1}"/>
              </a:ext>
            </a:extLst>
          </p:cNvPr>
          <p:cNvCxnSpPr/>
          <p:nvPr/>
        </p:nvCxnSpPr>
        <p:spPr>
          <a:xfrm>
            <a:off x="3169444" y="29456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819BF8-1429-C5A5-1388-0C4BEEF7C79A}"/>
              </a:ext>
            </a:extLst>
          </p:cNvPr>
          <p:cNvCxnSpPr/>
          <p:nvPr/>
        </p:nvCxnSpPr>
        <p:spPr>
          <a:xfrm>
            <a:off x="3138488" y="28979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393E2281-2A11-73DB-CF12-3D942FB18F4B}"/>
              </a:ext>
            </a:extLst>
          </p:cNvPr>
          <p:cNvCxnSpPr/>
          <p:nvPr/>
        </p:nvCxnSpPr>
        <p:spPr>
          <a:xfrm>
            <a:off x="3290888" y="29908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F3A36847-C684-E523-FC3F-15B7D9177D40}"/>
              </a:ext>
            </a:extLst>
          </p:cNvPr>
          <p:cNvCxnSpPr/>
          <p:nvPr/>
        </p:nvCxnSpPr>
        <p:spPr>
          <a:xfrm>
            <a:off x="3290888" y="30337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E7D56C1-8BB8-1655-B396-F1EB379CFDE0}"/>
              </a:ext>
            </a:extLst>
          </p:cNvPr>
          <p:cNvCxnSpPr/>
          <p:nvPr/>
        </p:nvCxnSpPr>
        <p:spPr>
          <a:xfrm>
            <a:off x="3307557" y="30765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BF5A3EA-AA50-D989-16FF-AB591BD46D18}"/>
              </a:ext>
            </a:extLst>
          </p:cNvPr>
          <p:cNvCxnSpPr/>
          <p:nvPr/>
        </p:nvCxnSpPr>
        <p:spPr>
          <a:xfrm>
            <a:off x="3307557" y="312419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437B2BD-10DD-9A0B-8F5A-77BB1FB0D4C5}"/>
              </a:ext>
            </a:extLst>
          </p:cNvPr>
          <p:cNvCxnSpPr/>
          <p:nvPr/>
        </p:nvCxnSpPr>
        <p:spPr>
          <a:xfrm>
            <a:off x="3290888" y="31646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874FD09-157F-4B5E-18FA-29961CF74902}"/>
              </a:ext>
            </a:extLst>
          </p:cNvPr>
          <p:cNvCxnSpPr/>
          <p:nvPr/>
        </p:nvCxnSpPr>
        <p:spPr>
          <a:xfrm>
            <a:off x="3290888" y="32051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C701E7F5-3417-DEAC-5DBD-C90F638428F0}"/>
              </a:ext>
            </a:extLst>
          </p:cNvPr>
          <p:cNvCxnSpPr/>
          <p:nvPr/>
        </p:nvCxnSpPr>
        <p:spPr>
          <a:xfrm>
            <a:off x="3307557" y="32504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F382DDCE-775C-D9AE-1C0E-64FCA0EFBC93}"/>
              </a:ext>
            </a:extLst>
          </p:cNvPr>
          <p:cNvCxnSpPr/>
          <p:nvPr/>
        </p:nvCxnSpPr>
        <p:spPr>
          <a:xfrm>
            <a:off x="3307557" y="33051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157CBB59-8557-09EB-49DE-CD3EF3A874A3}"/>
              </a:ext>
            </a:extLst>
          </p:cNvPr>
          <p:cNvCxnSpPr/>
          <p:nvPr/>
        </p:nvCxnSpPr>
        <p:spPr>
          <a:xfrm>
            <a:off x="3307557" y="334803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D90942C-09C3-037A-7031-F05C81E81DAE}"/>
              </a:ext>
            </a:extLst>
          </p:cNvPr>
          <p:cNvCxnSpPr/>
          <p:nvPr/>
        </p:nvCxnSpPr>
        <p:spPr>
          <a:xfrm>
            <a:off x="3345656" y="33837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A57521C-BCA3-8E5C-57D4-EAB640BD52D4}"/>
              </a:ext>
            </a:extLst>
          </p:cNvPr>
          <p:cNvCxnSpPr/>
          <p:nvPr/>
        </p:nvCxnSpPr>
        <p:spPr>
          <a:xfrm>
            <a:off x="3307557" y="342719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46280CB2-AE23-E307-8315-53789AF4BFCF}"/>
              </a:ext>
            </a:extLst>
          </p:cNvPr>
          <p:cNvCxnSpPr/>
          <p:nvPr/>
        </p:nvCxnSpPr>
        <p:spPr>
          <a:xfrm>
            <a:off x="3290888" y="34766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4C6CAE0C-B059-60F5-B8F9-DE3B92FE1EF5}"/>
              </a:ext>
            </a:extLst>
          </p:cNvPr>
          <p:cNvCxnSpPr/>
          <p:nvPr/>
        </p:nvCxnSpPr>
        <p:spPr>
          <a:xfrm>
            <a:off x="3307557" y="35218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5FB1416-9122-4C5D-24D0-8BD254E26E36}"/>
              </a:ext>
            </a:extLst>
          </p:cNvPr>
          <p:cNvCxnSpPr/>
          <p:nvPr/>
        </p:nvCxnSpPr>
        <p:spPr>
          <a:xfrm>
            <a:off x="3290888" y="35575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3BA532D5-BBB9-5B32-CE74-9458D562B457}"/>
              </a:ext>
            </a:extLst>
          </p:cNvPr>
          <p:cNvCxnSpPr/>
          <p:nvPr/>
        </p:nvCxnSpPr>
        <p:spPr>
          <a:xfrm>
            <a:off x="3345656" y="36123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024B6A01-104B-61FF-F2BE-87C981CD55A7}"/>
              </a:ext>
            </a:extLst>
          </p:cNvPr>
          <p:cNvCxnSpPr/>
          <p:nvPr/>
        </p:nvCxnSpPr>
        <p:spPr>
          <a:xfrm>
            <a:off x="3307557" y="365760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F445F670-7924-1AF3-0DED-2FC24A4EE459}"/>
              </a:ext>
            </a:extLst>
          </p:cNvPr>
          <p:cNvCxnSpPr/>
          <p:nvPr/>
        </p:nvCxnSpPr>
        <p:spPr>
          <a:xfrm>
            <a:off x="3345656" y="36933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B279F685-D079-5FA8-CD44-B70444CCC703}"/>
              </a:ext>
            </a:extLst>
          </p:cNvPr>
          <p:cNvCxnSpPr/>
          <p:nvPr/>
        </p:nvCxnSpPr>
        <p:spPr>
          <a:xfrm>
            <a:off x="3290888" y="37480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FEA37290-6178-ECB4-BD2A-2B3A89BFD972}"/>
              </a:ext>
            </a:extLst>
          </p:cNvPr>
          <p:cNvCxnSpPr/>
          <p:nvPr/>
        </p:nvCxnSpPr>
        <p:spPr>
          <a:xfrm>
            <a:off x="3290888" y="37885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10FE294-2FBD-2E96-0C61-1B50CA555F14}"/>
              </a:ext>
            </a:extLst>
          </p:cNvPr>
          <p:cNvCxnSpPr/>
          <p:nvPr/>
        </p:nvCxnSpPr>
        <p:spPr>
          <a:xfrm>
            <a:off x="3452813" y="38314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9D2A75BD-4DF7-F0A3-419C-E6317E75B9D7}"/>
              </a:ext>
            </a:extLst>
          </p:cNvPr>
          <p:cNvCxnSpPr/>
          <p:nvPr/>
        </p:nvCxnSpPr>
        <p:spPr>
          <a:xfrm>
            <a:off x="3452813" y="38766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C53E78DB-2AE4-38D4-A06C-D3084180B6B1}"/>
              </a:ext>
            </a:extLst>
          </p:cNvPr>
          <p:cNvCxnSpPr/>
          <p:nvPr/>
        </p:nvCxnSpPr>
        <p:spPr>
          <a:xfrm>
            <a:off x="3452813" y="391715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67EDA0A4-1A98-66EB-7500-A71705FB6FF8}"/>
              </a:ext>
            </a:extLst>
          </p:cNvPr>
          <p:cNvCxnSpPr/>
          <p:nvPr/>
        </p:nvCxnSpPr>
        <p:spPr>
          <a:xfrm>
            <a:off x="3452813" y="39647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DCB4513-4D83-D124-BFAC-E451D44B9D61}"/>
              </a:ext>
            </a:extLst>
          </p:cNvPr>
          <p:cNvCxnSpPr/>
          <p:nvPr/>
        </p:nvCxnSpPr>
        <p:spPr>
          <a:xfrm>
            <a:off x="3452813" y="40028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197A6E1F-0EF9-F721-ADD6-54F173C573B1}"/>
              </a:ext>
            </a:extLst>
          </p:cNvPr>
          <p:cNvCxnSpPr/>
          <p:nvPr/>
        </p:nvCxnSpPr>
        <p:spPr>
          <a:xfrm>
            <a:off x="3429001" y="404812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F5B7E566-BA8F-1CF1-7E5E-DEC0AFBD72AC}"/>
              </a:ext>
            </a:extLst>
          </p:cNvPr>
          <p:cNvCxnSpPr/>
          <p:nvPr/>
        </p:nvCxnSpPr>
        <p:spPr>
          <a:xfrm>
            <a:off x="3429001" y="41005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2E8063A9-8238-18D1-86C9-737AE762AA45}"/>
              </a:ext>
            </a:extLst>
          </p:cNvPr>
          <p:cNvCxnSpPr/>
          <p:nvPr/>
        </p:nvCxnSpPr>
        <p:spPr>
          <a:xfrm>
            <a:off x="3429001" y="41433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CF3E422F-6BB8-1271-9877-ACB5C27E8B8E}"/>
              </a:ext>
            </a:extLst>
          </p:cNvPr>
          <p:cNvCxnSpPr/>
          <p:nvPr/>
        </p:nvCxnSpPr>
        <p:spPr>
          <a:xfrm>
            <a:off x="3429001" y="41957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D2FCE1BB-54DD-4B38-F07B-483290E83EE9}"/>
              </a:ext>
            </a:extLst>
          </p:cNvPr>
          <p:cNvCxnSpPr/>
          <p:nvPr/>
        </p:nvCxnSpPr>
        <p:spPr>
          <a:xfrm>
            <a:off x="3402807" y="42362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5BBAFA88-E425-BFCF-5E38-6788C4E174CA}"/>
              </a:ext>
            </a:extLst>
          </p:cNvPr>
          <p:cNvCxnSpPr/>
          <p:nvPr/>
        </p:nvCxnSpPr>
        <p:spPr>
          <a:xfrm>
            <a:off x="2664620" y="42759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53233345-B966-C4C4-FDA0-CFC4D51FB98D}"/>
              </a:ext>
            </a:extLst>
          </p:cNvPr>
          <p:cNvCxnSpPr/>
          <p:nvPr/>
        </p:nvCxnSpPr>
        <p:spPr>
          <a:xfrm>
            <a:off x="2809875" y="432117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4ED69DD5-DB77-893A-755C-CDF051EF7EB6}"/>
              </a:ext>
            </a:extLst>
          </p:cNvPr>
          <p:cNvCxnSpPr/>
          <p:nvPr/>
        </p:nvCxnSpPr>
        <p:spPr>
          <a:xfrm>
            <a:off x="2809875" y="43664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514AC7C6-1612-E48B-2BA4-769544396DF4}"/>
              </a:ext>
            </a:extLst>
          </p:cNvPr>
          <p:cNvCxnSpPr/>
          <p:nvPr/>
        </p:nvCxnSpPr>
        <p:spPr>
          <a:xfrm>
            <a:off x="2831307" y="440689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D6F49135-2EFB-BF4C-4FB7-BFF9C391ECA4}"/>
              </a:ext>
            </a:extLst>
          </p:cNvPr>
          <p:cNvCxnSpPr/>
          <p:nvPr/>
        </p:nvCxnSpPr>
        <p:spPr>
          <a:xfrm>
            <a:off x="2831307" y="445452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689AA5A1-D00C-7351-BEB7-7560FBC22CE3}"/>
              </a:ext>
            </a:extLst>
          </p:cNvPr>
          <p:cNvCxnSpPr/>
          <p:nvPr/>
        </p:nvCxnSpPr>
        <p:spPr>
          <a:xfrm>
            <a:off x="2831307" y="45045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469E3C3-FBAB-4134-83B5-56BE4CA7902E}"/>
              </a:ext>
            </a:extLst>
          </p:cNvPr>
          <p:cNvCxnSpPr/>
          <p:nvPr/>
        </p:nvCxnSpPr>
        <p:spPr>
          <a:xfrm>
            <a:off x="2809875" y="45426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A832AD6C-D2D8-7369-2689-91F6D6D5E321}"/>
              </a:ext>
            </a:extLst>
          </p:cNvPr>
          <p:cNvCxnSpPr/>
          <p:nvPr/>
        </p:nvCxnSpPr>
        <p:spPr>
          <a:xfrm>
            <a:off x="2790825" y="45854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DB887091-87F2-33EA-D8E9-2079E0AB4E41}"/>
              </a:ext>
            </a:extLst>
          </p:cNvPr>
          <p:cNvCxnSpPr/>
          <p:nvPr/>
        </p:nvCxnSpPr>
        <p:spPr>
          <a:xfrm>
            <a:off x="2790825" y="463549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A239004-D4DF-3DBA-E5B2-92358D72560D}"/>
              </a:ext>
            </a:extLst>
          </p:cNvPr>
          <p:cNvCxnSpPr/>
          <p:nvPr/>
        </p:nvCxnSpPr>
        <p:spPr>
          <a:xfrm>
            <a:off x="2771776" y="467597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7F60AC5F-E744-7A86-0613-07DE6A172EC0}"/>
              </a:ext>
            </a:extLst>
          </p:cNvPr>
          <p:cNvCxnSpPr/>
          <p:nvPr/>
        </p:nvCxnSpPr>
        <p:spPr>
          <a:xfrm>
            <a:off x="2809875" y="471884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45CB19DB-BA6B-967A-4590-CBDDD45486F7}"/>
              </a:ext>
            </a:extLst>
          </p:cNvPr>
          <p:cNvCxnSpPr/>
          <p:nvPr/>
        </p:nvCxnSpPr>
        <p:spPr>
          <a:xfrm>
            <a:off x="2809875" y="476408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926A5DA5-CC44-011D-EAA9-5C455A1BDCC6}"/>
              </a:ext>
            </a:extLst>
          </p:cNvPr>
          <p:cNvCxnSpPr/>
          <p:nvPr/>
        </p:nvCxnSpPr>
        <p:spPr>
          <a:xfrm>
            <a:off x="2863850" y="48069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433B43C7-A146-C367-8A0B-68890CE021D4}"/>
              </a:ext>
            </a:extLst>
          </p:cNvPr>
          <p:cNvCxnSpPr/>
          <p:nvPr/>
        </p:nvCxnSpPr>
        <p:spPr>
          <a:xfrm>
            <a:off x="2790825" y="48474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C5577985-119E-1177-CDAA-1EDD5493DCF3}"/>
              </a:ext>
            </a:extLst>
          </p:cNvPr>
          <p:cNvCxnSpPr/>
          <p:nvPr/>
        </p:nvCxnSpPr>
        <p:spPr>
          <a:xfrm>
            <a:off x="2771776" y="489505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6B418EBF-BBBC-C4A7-673C-753E1BABBA72}"/>
              </a:ext>
            </a:extLst>
          </p:cNvPr>
          <p:cNvCxnSpPr/>
          <p:nvPr/>
        </p:nvCxnSpPr>
        <p:spPr>
          <a:xfrm>
            <a:off x="2809875" y="494029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D617178A-044C-6FD1-17A9-2E31E6A6F017}"/>
              </a:ext>
            </a:extLst>
          </p:cNvPr>
          <p:cNvCxnSpPr/>
          <p:nvPr/>
        </p:nvCxnSpPr>
        <p:spPr>
          <a:xfrm>
            <a:off x="2771776" y="49926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010ADE8-FA04-E52A-1936-E365DC6B1FAF}"/>
              </a:ext>
            </a:extLst>
          </p:cNvPr>
          <p:cNvCxnSpPr/>
          <p:nvPr/>
        </p:nvCxnSpPr>
        <p:spPr>
          <a:xfrm>
            <a:off x="2790825" y="504031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38381E5A-058E-D5F9-29ED-FDF591160905}"/>
              </a:ext>
            </a:extLst>
          </p:cNvPr>
          <p:cNvCxnSpPr/>
          <p:nvPr/>
        </p:nvCxnSpPr>
        <p:spPr>
          <a:xfrm>
            <a:off x="2921794" y="507841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B9BF05FF-45A1-2537-38FA-55C95305732F}"/>
              </a:ext>
            </a:extLst>
          </p:cNvPr>
          <p:cNvCxnSpPr/>
          <p:nvPr/>
        </p:nvCxnSpPr>
        <p:spPr>
          <a:xfrm>
            <a:off x="2938463" y="512127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71E8E72C-3170-B68F-BDAD-6C3931AE9EC4}"/>
              </a:ext>
            </a:extLst>
          </p:cNvPr>
          <p:cNvCxnSpPr/>
          <p:nvPr/>
        </p:nvCxnSpPr>
        <p:spPr>
          <a:xfrm>
            <a:off x="2938463" y="516413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AAD391A9-23E9-E5C1-E434-807FBD39E29C}"/>
              </a:ext>
            </a:extLst>
          </p:cNvPr>
          <p:cNvCxnSpPr/>
          <p:nvPr/>
        </p:nvCxnSpPr>
        <p:spPr>
          <a:xfrm>
            <a:off x="2938463" y="520699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14F02FC7-080C-2EA8-8E06-E7A9A3F946A2}"/>
              </a:ext>
            </a:extLst>
          </p:cNvPr>
          <p:cNvCxnSpPr/>
          <p:nvPr/>
        </p:nvCxnSpPr>
        <p:spPr>
          <a:xfrm>
            <a:off x="2938463" y="524986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A5CA9070-644A-D8A2-AE6D-290D94ADEC3B}"/>
              </a:ext>
            </a:extLst>
          </p:cNvPr>
          <p:cNvCxnSpPr/>
          <p:nvPr/>
        </p:nvCxnSpPr>
        <p:spPr>
          <a:xfrm>
            <a:off x="3090863" y="529272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AACF187E-DAE2-17C2-0B07-31643F0E8A0F}"/>
              </a:ext>
            </a:extLst>
          </p:cNvPr>
          <p:cNvCxnSpPr/>
          <p:nvPr/>
        </p:nvCxnSpPr>
        <p:spPr>
          <a:xfrm>
            <a:off x="3090863" y="532844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3D54FAE2-FFA7-963A-9BE0-2DF836B4E914}"/>
              </a:ext>
            </a:extLst>
          </p:cNvPr>
          <p:cNvCxnSpPr/>
          <p:nvPr/>
        </p:nvCxnSpPr>
        <p:spPr>
          <a:xfrm>
            <a:off x="3090863" y="539035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A1F1195F-904D-65B9-659C-34E661C992AA}"/>
              </a:ext>
            </a:extLst>
          </p:cNvPr>
          <p:cNvCxnSpPr/>
          <p:nvPr/>
        </p:nvCxnSpPr>
        <p:spPr>
          <a:xfrm>
            <a:off x="3090863" y="544036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73A5CAE1-6AFF-6932-F366-BE7A5595AD47}"/>
              </a:ext>
            </a:extLst>
          </p:cNvPr>
          <p:cNvCxnSpPr/>
          <p:nvPr/>
        </p:nvCxnSpPr>
        <p:spPr>
          <a:xfrm>
            <a:off x="3090863" y="548322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4D0CA6B4-FBCD-7022-75DB-66FC690745A5}"/>
              </a:ext>
            </a:extLst>
          </p:cNvPr>
          <p:cNvCxnSpPr/>
          <p:nvPr/>
        </p:nvCxnSpPr>
        <p:spPr>
          <a:xfrm>
            <a:off x="3090863" y="551894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0DE7CAF6-1D3F-30F1-23BF-852FB72ECCFA}"/>
              </a:ext>
            </a:extLst>
          </p:cNvPr>
          <p:cNvCxnSpPr/>
          <p:nvPr/>
        </p:nvCxnSpPr>
        <p:spPr>
          <a:xfrm>
            <a:off x="3231356" y="555704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98FA762A-8E21-5E56-390C-D21A509C264B}"/>
              </a:ext>
            </a:extLst>
          </p:cNvPr>
          <p:cNvCxnSpPr/>
          <p:nvPr/>
        </p:nvCxnSpPr>
        <p:spPr>
          <a:xfrm>
            <a:off x="3193256" y="56046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62069B04-5539-BD55-1D48-125E2880686E}"/>
              </a:ext>
            </a:extLst>
          </p:cNvPr>
          <p:cNvCxnSpPr/>
          <p:nvPr/>
        </p:nvCxnSpPr>
        <p:spPr>
          <a:xfrm>
            <a:off x="3245644" y="56451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BE40B2D1-1C37-5864-B343-68A41F217C2C}"/>
              </a:ext>
            </a:extLst>
          </p:cNvPr>
          <p:cNvCxnSpPr/>
          <p:nvPr/>
        </p:nvCxnSpPr>
        <p:spPr>
          <a:xfrm>
            <a:off x="3245644" y="56856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522FD384-9258-2286-AF3D-B6829DBF8EE2}"/>
              </a:ext>
            </a:extLst>
          </p:cNvPr>
          <p:cNvCxnSpPr/>
          <p:nvPr/>
        </p:nvCxnSpPr>
        <p:spPr>
          <a:xfrm>
            <a:off x="3402807" y="573563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C91E6F5B-773C-A5F0-3758-1CC150056462}"/>
              </a:ext>
            </a:extLst>
          </p:cNvPr>
          <p:cNvCxnSpPr/>
          <p:nvPr/>
        </p:nvCxnSpPr>
        <p:spPr>
          <a:xfrm>
            <a:off x="3402807" y="57832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3B5B29E7-CF36-D6A2-8EBD-B8067765FC8B}"/>
              </a:ext>
            </a:extLst>
          </p:cNvPr>
          <p:cNvCxnSpPr/>
          <p:nvPr/>
        </p:nvCxnSpPr>
        <p:spPr>
          <a:xfrm>
            <a:off x="3402807" y="583088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5D8F35DD-2E4B-5856-0465-FC2F841418CC}"/>
              </a:ext>
            </a:extLst>
          </p:cNvPr>
          <p:cNvCxnSpPr/>
          <p:nvPr/>
        </p:nvCxnSpPr>
        <p:spPr>
          <a:xfrm>
            <a:off x="3402807" y="58761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3A5E28B5-63C9-BA08-70F9-782F92581339}"/>
              </a:ext>
            </a:extLst>
          </p:cNvPr>
          <p:cNvCxnSpPr/>
          <p:nvPr/>
        </p:nvCxnSpPr>
        <p:spPr>
          <a:xfrm>
            <a:off x="3378994" y="593804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AF0EC668-B885-B123-5BD0-D9F9F99CE156}"/>
              </a:ext>
            </a:extLst>
          </p:cNvPr>
          <p:cNvCxnSpPr/>
          <p:nvPr/>
        </p:nvCxnSpPr>
        <p:spPr>
          <a:xfrm>
            <a:off x="3378994" y="60047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2B90864C-53A4-20BB-2A37-F0BFBB83F51A}"/>
              </a:ext>
            </a:extLst>
          </p:cNvPr>
          <p:cNvCxnSpPr/>
          <p:nvPr/>
        </p:nvCxnSpPr>
        <p:spPr>
          <a:xfrm>
            <a:off x="3378994" y="60666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68C57B82-6610-7849-87DD-30C06A4203B1}"/>
              </a:ext>
            </a:extLst>
          </p:cNvPr>
          <p:cNvCxnSpPr>
            <a:cxnSpLocks/>
          </p:cNvCxnSpPr>
          <p:nvPr/>
        </p:nvCxnSpPr>
        <p:spPr>
          <a:xfrm>
            <a:off x="5301456" y="-22741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0A72EF59-11B7-D84F-C4C0-3177028E8D41}"/>
              </a:ext>
            </a:extLst>
          </p:cNvPr>
          <p:cNvCxnSpPr>
            <a:cxnSpLocks/>
          </p:cNvCxnSpPr>
          <p:nvPr/>
        </p:nvCxnSpPr>
        <p:spPr>
          <a:xfrm>
            <a:off x="5341937" y="-8215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09762C1D-6DC4-7919-6094-18188807650B}"/>
              </a:ext>
            </a:extLst>
          </p:cNvPr>
          <p:cNvCxnSpPr>
            <a:cxnSpLocks/>
          </p:cNvCxnSpPr>
          <p:nvPr/>
        </p:nvCxnSpPr>
        <p:spPr>
          <a:xfrm>
            <a:off x="5382419" y="-7919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52B0E514-9D75-03ED-F3EE-9697B58F26EB}"/>
              </a:ext>
            </a:extLst>
          </p:cNvPr>
          <p:cNvCxnSpPr>
            <a:cxnSpLocks/>
          </p:cNvCxnSpPr>
          <p:nvPr/>
        </p:nvCxnSpPr>
        <p:spPr>
          <a:xfrm>
            <a:off x="5427662" y="-8158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5B2C0DBC-006D-4BE6-3392-DDCB89A2B898}"/>
              </a:ext>
            </a:extLst>
          </p:cNvPr>
          <p:cNvCxnSpPr>
            <a:cxnSpLocks/>
          </p:cNvCxnSpPr>
          <p:nvPr/>
        </p:nvCxnSpPr>
        <p:spPr>
          <a:xfrm>
            <a:off x="5472906" y="-7443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33949363-2CD6-1C5D-BC8B-1E93F835B534}"/>
              </a:ext>
            </a:extLst>
          </p:cNvPr>
          <p:cNvCxnSpPr>
            <a:cxnSpLocks/>
          </p:cNvCxnSpPr>
          <p:nvPr/>
        </p:nvCxnSpPr>
        <p:spPr>
          <a:xfrm>
            <a:off x="5515769" y="-8215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D004A63D-D4C1-5CFC-AF48-EE9A4D1C17BC}"/>
              </a:ext>
            </a:extLst>
          </p:cNvPr>
          <p:cNvCxnSpPr>
            <a:cxnSpLocks/>
          </p:cNvCxnSpPr>
          <p:nvPr/>
        </p:nvCxnSpPr>
        <p:spPr>
          <a:xfrm>
            <a:off x="5563394" y="-7443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AC6965D5-C074-4C4D-8D14-DA8EF1134D29}"/>
              </a:ext>
            </a:extLst>
          </p:cNvPr>
          <p:cNvCxnSpPr>
            <a:cxnSpLocks/>
          </p:cNvCxnSpPr>
          <p:nvPr/>
        </p:nvCxnSpPr>
        <p:spPr>
          <a:xfrm>
            <a:off x="5601494" y="-8215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E748F213-6FFF-D09C-E534-8B74EF90AEDF}"/>
              </a:ext>
            </a:extLst>
          </p:cNvPr>
          <p:cNvCxnSpPr>
            <a:cxnSpLocks/>
          </p:cNvCxnSpPr>
          <p:nvPr/>
        </p:nvCxnSpPr>
        <p:spPr>
          <a:xfrm>
            <a:off x="5649119" y="-8216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74EE09A2-AB5B-3829-C9AB-30934589518E}"/>
              </a:ext>
            </a:extLst>
          </p:cNvPr>
          <p:cNvCxnSpPr>
            <a:cxnSpLocks/>
          </p:cNvCxnSpPr>
          <p:nvPr/>
        </p:nvCxnSpPr>
        <p:spPr>
          <a:xfrm>
            <a:off x="5696743" y="6071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789585FA-1882-ADF9-6399-E35B79E07138}"/>
              </a:ext>
            </a:extLst>
          </p:cNvPr>
          <p:cNvCxnSpPr>
            <a:cxnSpLocks/>
          </p:cNvCxnSpPr>
          <p:nvPr/>
        </p:nvCxnSpPr>
        <p:spPr>
          <a:xfrm>
            <a:off x="5744368" y="-7443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BA57DC08-885A-D457-43B2-21970AAAE37F}"/>
              </a:ext>
            </a:extLst>
          </p:cNvPr>
          <p:cNvCxnSpPr>
            <a:cxnSpLocks/>
          </p:cNvCxnSpPr>
          <p:nvPr/>
        </p:nvCxnSpPr>
        <p:spPr>
          <a:xfrm>
            <a:off x="5787230" y="8453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D7427E14-FC66-AD17-9B06-3E6BF7F0EC4C}"/>
              </a:ext>
            </a:extLst>
          </p:cNvPr>
          <p:cNvCxnSpPr>
            <a:cxnSpLocks/>
          </p:cNvCxnSpPr>
          <p:nvPr/>
        </p:nvCxnSpPr>
        <p:spPr>
          <a:xfrm>
            <a:off x="5827711" y="8453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C298FD6B-FE77-A666-F16B-16D57CB361B1}"/>
              </a:ext>
            </a:extLst>
          </p:cNvPr>
          <p:cNvCxnSpPr>
            <a:cxnSpLocks/>
          </p:cNvCxnSpPr>
          <p:nvPr/>
        </p:nvCxnSpPr>
        <p:spPr>
          <a:xfrm>
            <a:off x="5872955" y="21549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01830BF6-D188-BF69-3E89-F4D481B173FD}"/>
              </a:ext>
            </a:extLst>
          </p:cNvPr>
          <p:cNvCxnSpPr>
            <a:cxnSpLocks/>
          </p:cNvCxnSpPr>
          <p:nvPr/>
        </p:nvCxnSpPr>
        <p:spPr>
          <a:xfrm>
            <a:off x="5911055" y="22264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11A3CE32-F0F2-6398-94FC-01B22BAC0C62}"/>
              </a:ext>
            </a:extLst>
          </p:cNvPr>
          <p:cNvCxnSpPr>
            <a:cxnSpLocks/>
          </p:cNvCxnSpPr>
          <p:nvPr/>
        </p:nvCxnSpPr>
        <p:spPr>
          <a:xfrm>
            <a:off x="5953917" y="22264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FE4C683-5D55-A334-6D11-038368F4F0FC}"/>
              </a:ext>
            </a:extLst>
          </p:cNvPr>
          <p:cNvCxnSpPr>
            <a:cxnSpLocks/>
          </p:cNvCxnSpPr>
          <p:nvPr/>
        </p:nvCxnSpPr>
        <p:spPr>
          <a:xfrm>
            <a:off x="6003923" y="23931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49BF38C5-B27B-E4DE-EF24-C69EDECB7E3A}"/>
              </a:ext>
            </a:extLst>
          </p:cNvPr>
          <p:cNvCxnSpPr>
            <a:cxnSpLocks/>
          </p:cNvCxnSpPr>
          <p:nvPr/>
        </p:nvCxnSpPr>
        <p:spPr>
          <a:xfrm>
            <a:off x="6044405" y="22264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FBB3F2A2-D828-739F-EF29-20A55A799E77}"/>
              </a:ext>
            </a:extLst>
          </p:cNvPr>
          <p:cNvCxnSpPr>
            <a:cxnSpLocks/>
          </p:cNvCxnSpPr>
          <p:nvPr/>
        </p:nvCxnSpPr>
        <p:spPr>
          <a:xfrm>
            <a:off x="6095999" y="-49173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9B3DD78C-D628-36F2-782D-290361D40F66}"/>
              </a:ext>
            </a:extLst>
          </p:cNvPr>
          <p:cNvCxnSpPr>
            <a:cxnSpLocks/>
          </p:cNvCxnSpPr>
          <p:nvPr/>
        </p:nvCxnSpPr>
        <p:spPr>
          <a:xfrm>
            <a:off x="6137273" y="23931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D8D52834-41A2-88D1-46D8-B0B8B67A769D}"/>
              </a:ext>
            </a:extLst>
          </p:cNvPr>
          <p:cNvCxnSpPr>
            <a:cxnSpLocks/>
          </p:cNvCxnSpPr>
          <p:nvPr/>
        </p:nvCxnSpPr>
        <p:spPr>
          <a:xfrm>
            <a:off x="6180136" y="21549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8BA76D81-EBB2-F5AD-5DCF-169AC532ECFD}"/>
              </a:ext>
            </a:extLst>
          </p:cNvPr>
          <p:cNvCxnSpPr>
            <a:cxnSpLocks/>
          </p:cNvCxnSpPr>
          <p:nvPr/>
        </p:nvCxnSpPr>
        <p:spPr>
          <a:xfrm>
            <a:off x="6222999" y="21549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BA5D3DDF-5EC5-FA4B-AFE7-DEF96EC09DBE}"/>
              </a:ext>
            </a:extLst>
          </p:cNvPr>
          <p:cNvCxnSpPr>
            <a:cxnSpLocks/>
          </p:cNvCxnSpPr>
          <p:nvPr/>
        </p:nvCxnSpPr>
        <p:spPr>
          <a:xfrm>
            <a:off x="6273005" y="22264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351F4F20-59E7-28E6-9DD8-B67676C7C408}"/>
              </a:ext>
            </a:extLst>
          </p:cNvPr>
          <p:cNvCxnSpPr>
            <a:cxnSpLocks/>
          </p:cNvCxnSpPr>
          <p:nvPr/>
        </p:nvCxnSpPr>
        <p:spPr>
          <a:xfrm>
            <a:off x="6318248" y="21311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640B304F-1657-55B5-EE3F-6C302147FB1A}"/>
              </a:ext>
            </a:extLst>
          </p:cNvPr>
          <p:cNvCxnSpPr>
            <a:cxnSpLocks/>
          </p:cNvCxnSpPr>
          <p:nvPr/>
        </p:nvCxnSpPr>
        <p:spPr>
          <a:xfrm>
            <a:off x="6358729" y="35122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9B20A193-2DC9-CF87-2D2F-3593F4355537}"/>
              </a:ext>
            </a:extLst>
          </p:cNvPr>
          <p:cNvCxnSpPr>
            <a:cxnSpLocks/>
          </p:cNvCxnSpPr>
          <p:nvPr/>
        </p:nvCxnSpPr>
        <p:spPr>
          <a:xfrm>
            <a:off x="6398419" y="37266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0BCEDC9D-F260-874E-4BD2-460AF2AC598F}"/>
              </a:ext>
            </a:extLst>
          </p:cNvPr>
          <p:cNvCxnSpPr>
            <a:cxnSpLocks/>
          </p:cNvCxnSpPr>
          <p:nvPr/>
        </p:nvCxnSpPr>
        <p:spPr>
          <a:xfrm>
            <a:off x="6439692" y="37266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98AC4653-86C1-69ED-1965-D3D755CFEC8C}"/>
              </a:ext>
            </a:extLst>
          </p:cNvPr>
          <p:cNvCxnSpPr>
            <a:cxnSpLocks/>
          </p:cNvCxnSpPr>
          <p:nvPr/>
        </p:nvCxnSpPr>
        <p:spPr>
          <a:xfrm>
            <a:off x="6492080" y="37266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7B438E1C-C924-D8E6-6807-80C162826434}"/>
              </a:ext>
            </a:extLst>
          </p:cNvPr>
          <p:cNvCxnSpPr>
            <a:cxnSpLocks/>
          </p:cNvCxnSpPr>
          <p:nvPr/>
        </p:nvCxnSpPr>
        <p:spPr>
          <a:xfrm>
            <a:off x="6534150" y="37266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BD7350CF-6B40-B0F7-1436-61340A30BC95}"/>
              </a:ext>
            </a:extLst>
          </p:cNvPr>
          <p:cNvCxnSpPr>
            <a:cxnSpLocks/>
          </p:cNvCxnSpPr>
          <p:nvPr/>
        </p:nvCxnSpPr>
        <p:spPr>
          <a:xfrm>
            <a:off x="6579392" y="37266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DE08C789-8A01-EE11-1D5D-9B3F1A475CF9}"/>
              </a:ext>
            </a:extLst>
          </p:cNvPr>
          <p:cNvCxnSpPr>
            <a:cxnSpLocks/>
          </p:cNvCxnSpPr>
          <p:nvPr/>
        </p:nvCxnSpPr>
        <p:spPr>
          <a:xfrm>
            <a:off x="6625429" y="35122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5357B5C2-8DF6-556F-957D-B8467EBF7370}"/>
              </a:ext>
            </a:extLst>
          </p:cNvPr>
          <p:cNvCxnSpPr>
            <a:cxnSpLocks/>
          </p:cNvCxnSpPr>
          <p:nvPr/>
        </p:nvCxnSpPr>
        <p:spPr>
          <a:xfrm>
            <a:off x="6662738" y="-2004625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85229685-C381-7975-8A31-C7F5F779A0E9}"/>
              </a:ext>
            </a:extLst>
          </p:cNvPr>
          <p:cNvCxnSpPr>
            <a:cxnSpLocks/>
          </p:cNvCxnSpPr>
          <p:nvPr/>
        </p:nvCxnSpPr>
        <p:spPr>
          <a:xfrm>
            <a:off x="6710363" y="-186333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88D1C99F-521C-F241-3DE6-3FC06F029D62}"/>
              </a:ext>
            </a:extLst>
          </p:cNvPr>
          <p:cNvCxnSpPr>
            <a:cxnSpLocks/>
          </p:cNvCxnSpPr>
          <p:nvPr/>
        </p:nvCxnSpPr>
        <p:spPr>
          <a:xfrm>
            <a:off x="6750844" y="-185103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3ED01580-7957-8EFA-42D4-29D51D6B4F21}"/>
              </a:ext>
            </a:extLst>
          </p:cNvPr>
          <p:cNvCxnSpPr>
            <a:cxnSpLocks/>
          </p:cNvCxnSpPr>
          <p:nvPr/>
        </p:nvCxnSpPr>
        <p:spPr>
          <a:xfrm>
            <a:off x="6798469" y="-185103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0BAF118B-9EB4-120E-30B3-F2CB02EA2205}"/>
              </a:ext>
            </a:extLst>
          </p:cNvPr>
          <p:cNvCxnSpPr>
            <a:cxnSpLocks/>
          </p:cNvCxnSpPr>
          <p:nvPr/>
        </p:nvCxnSpPr>
        <p:spPr>
          <a:xfrm>
            <a:off x="6842126" y="-186333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CD8DE276-FA75-7067-4594-56200AA0A43D}"/>
              </a:ext>
            </a:extLst>
          </p:cNvPr>
          <p:cNvCxnSpPr>
            <a:cxnSpLocks/>
          </p:cNvCxnSpPr>
          <p:nvPr/>
        </p:nvCxnSpPr>
        <p:spPr>
          <a:xfrm>
            <a:off x="6881019" y="-186333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167DF445-22CA-2CBE-D6A3-86CBF100CE03}"/>
              </a:ext>
            </a:extLst>
          </p:cNvPr>
          <p:cNvCxnSpPr>
            <a:cxnSpLocks/>
          </p:cNvCxnSpPr>
          <p:nvPr/>
        </p:nvCxnSpPr>
        <p:spPr>
          <a:xfrm>
            <a:off x="6917531" y="-188913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1845930F-1A46-5944-FBD1-05C7B2AF6864}"/>
              </a:ext>
            </a:extLst>
          </p:cNvPr>
          <p:cNvCxnSpPr>
            <a:cxnSpLocks/>
          </p:cNvCxnSpPr>
          <p:nvPr/>
        </p:nvCxnSpPr>
        <p:spPr>
          <a:xfrm>
            <a:off x="6971507" y="-192485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ABB88727-36FA-DF77-BB1C-844D70F36AE8}"/>
              </a:ext>
            </a:extLst>
          </p:cNvPr>
          <p:cNvCxnSpPr>
            <a:cxnSpLocks/>
          </p:cNvCxnSpPr>
          <p:nvPr/>
        </p:nvCxnSpPr>
        <p:spPr>
          <a:xfrm>
            <a:off x="7017545" y="-188913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345C6B47-06A1-A22A-5487-C477B0345827}"/>
              </a:ext>
            </a:extLst>
          </p:cNvPr>
          <p:cNvCxnSpPr>
            <a:cxnSpLocks/>
          </p:cNvCxnSpPr>
          <p:nvPr/>
        </p:nvCxnSpPr>
        <p:spPr>
          <a:xfrm>
            <a:off x="7058819" y="-188913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746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7398ABF-3648-5A47-D11F-04A8AEF89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188" y="0"/>
            <a:ext cx="2781624" cy="688085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069BC1A-DDB9-1335-11DC-88B22D524FAB}"/>
              </a:ext>
            </a:extLst>
          </p:cNvPr>
          <p:cNvCxnSpPr/>
          <p:nvPr/>
        </p:nvCxnSpPr>
        <p:spPr>
          <a:xfrm>
            <a:off x="2786062" y="2571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3E84E3E-1F87-F311-62F9-ADA097878FC4}"/>
              </a:ext>
            </a:extLst>
          </p:cNvPr>
          <p:cNvCxnSpPr>
            <a:cxnSpLocks/>
          </p:cNvCxnSpPr>
          <p:nvPr/>
        </p:nvCxnSpPr>
        <p:spPr>
          <a:xfrm>
            <a:off x="4829174" y="-39172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1D91966-2DD1-72B3-9904-6FBF9A8AA0A0}"/>
              </a:ext>
            </a:extLst>
          </p:cNvPr>
          <p:cNvCxnSpPr/>
          <p:nvPr/>
        </p:nvCxnSpPr>
        <p:spPr>
          <a:xfrm>
            <a:off x="2164556" y="2928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8B63CEB-BECA-2D8C-844E-2867D0E0DFB2}"/>
              </a:ext>
            </a:extLst>
          </p:cNvPr>
          <p:cNvCxnSpPr/>
          <p:nvPr/>
        </p:nvCxnSpPr>
        <p:spPr>
          <a:xfrm>
            <a:off x="2319337" y="3548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258BC6-66C6-B267-462A-5E1B3725D8A8}"/>
              </a:ext>
            </a:extLst>
          </p:cNvPr>
          <p:cNvCxnSpPr/>
          <p:nvPr/>
        </p:nvCxnSpPr>
        <p:spPr>
          <a:xfrm>
            <a:off x="2319337" y="4000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ED314DA-BE65-1681-08E7-02CA3B477628}"/>
              </a:ext>
            </a:extLst>
          </p:cNvPr>
          <p:cNvCxnSpPr/>
          <p:nvPr/>
        </p:nvCxnSpPr>
        <p:spPr>
          <a:xfrm>
            <a:off x="2316956" y="4452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0069AC5-B2EC-3E4E-8CA2-969AC6A6E931}"/>
              </a:ext>
            </a:extLst>
          </p:cNvPr>
          <p:cNvCxnSpPr/>
          <p:nvPr/>
        </p:nvCxnSpPr>
        <p:spPr>
          <a:xfrm>
            <a:off x="2459831" y="5000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5583B89-2953-850C-DD0A-BFBEB91F9A2D}"/>
              </a:ext>
            </a:extLst>
          </p:cNvPr>
          <p:cNvCxnSpPr/>
          <p:nvPr/>
        </p:nvCxnSpPr>
        <p:spPr>
          <a:xfrm>
            <a:off x="2459831" y="54530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1911086-837F-C588-7A44-E6D9AEAA72D5}"/>
              </a:ext>
            </a:extLst>
          </p:cNvPr>
          <p:cNvCxnSpPr/>
          <p:nvPr/>
        </p:nvCxnSpPr>
        <p:spPr>
          <a:xfrm>
            <a:off x="2469356" y="5976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6383F3B-D321-04D1-AFED-C81BA54DE8ED}"/>
              </a:ext>
            </a:extLst>
          </p:cNvPr>
          <p:cNvCxnSpPr/>
          <p:nvPr/>
        </p:nvCxnSpPr>
        <p:spPr>
          <a:xfrm>
            <a:off x="2590800" y="64770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F3152A6-6EF0-1CEF-391F-2E3AB5710A46}"/>
              </a:ext>
            </a:extLst>
          </p:cNvPr>
          <p:cNvCxnSpPr/>
          <p:nvPr/>
        </p:nvCxnSpPr>
        <p:spPr>
          <a:xfrm>
            <a:off x="1709737" y="7000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2EFEC88-FD1F-5FC8-4179-6B40B00180F6}"/>
              </a:ext>
            </a:extLst>
          </p:cNvPr>
          <p:cNvCxnSpPr/>
          <p:nvPr/>
        </p:nvCxnSpPr>
        <p:spPr>
          <a:xfrm>
            <a:off x="1883568" y="7524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69BE1B1-7A67-C021-6531-087030E2E7F2}"/>
              </a:ext>
            </a:extLst>
          </p:cNvPr>
          <p:cNvCxnSpPr/>
          <p:nvPr/>
        </p:nvCxnSpPr>
        <p:spPr>
          <a:xfrm>
            <a:off x="1847849" y="7881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212D218-83B8-1DCC-F8F1-BD32A049E563}"/>
              </a:ext>
            </a:extLst>
          </p:cNvPr>
          <p:cNvCxnSpPr/>
          <p:nvPr/>
        </p:nvCxnSpPr>
        <p:spPr>
          <a:xfrm>
            <a:off x="1883568" y="83343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0CF6E4C-CDCC-06FA-88C6-B03A50EFADC9}"/>
              </a:ext>
            </a:extLst>
          </p:cNvPr>
          <p:cNvCxnSpPr/>
          <p:nvPr/>
        </p:nvCxnSpPr>
        <p:spPr>
          <a:xfrm>
            <a:off x="1864518" y="8905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4B6CC10-AA83-A6FC-EEF4-7C3A31A3939D}"/>
              </a:ext>
            </a:extLst>
          </p:cNvPr>
          <p:cNvCxnSpPr/>
          <p:nvPr/>
        </p:nvCxnSpPr>
        <p:spPr>
          <a:xfrm>
            <a:off x="1883568" y="9429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9A39AAA-4F47-2B42-9F4A-07B111EC0112}"/>
              </a:ext>
            </a:extLst>
          </p:cNvPr>
          <p:cNvCxnSpPr/>
          <p:nvPr/>
        </p:nvCxnSpPr>
        <p:spPr>
          <a:xfrm>
            <a:off x="1864518" y="10001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4A667E0-C1ED-C0E0-A177-26C38D7DDDA3}"/>
              </a:ext>
            </a:extLst>
          </p:cNvPr>
          <p:cNvCxnSpPr/>
          <p:nvPr/>
        </p:nvCxnSpPr>
        <p:spPr>
          <a:xfrm>
            <a:off x="1847849" y="10453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7778816-F6E8-1E8D-D922-8644D85D4D79}"/>
              </a:ext>
            </a:extLst>
          </p:cNvPr>
          <p:cNvCxnSpPr/>
          <p:nvPr/>
        </p:nvCxnSpPr>
        <p:spPr>
          <a:xfrm>
            <a:off x="1883568" y="110013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21C2052-0F14-5459-A65F-DC8EA6736C32}"/>
              </a:ext>
            </a:extLst>
          </p:cNvPr>
          <p:cNvCxnSpPr/>
          <p:nvPr/>
        </p:nvCxnSpPr>
        <p:spPr>
          <a:xfrm>
            <a:off x="1883568" y="11477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10DAF04-966A-194A-ECE4-4F73B22BB246}"/>
              </a:ext>
            </a:extLst>
          </p:cNvPr>
          <p:cNvCxnSpPr/>
          <p:nvPr/>
        </p:nvCxnSpPr>
        <p:spPr>
          <a:xfrm>
            <a:off x="1864518" y="11906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7B90698-5BF3-096A-ECC8-5AA21D3BF8F6}"/>
              </a:ext>
            </a:extLst>
          </p:cNvPr>
          <p:cNvCxnSpPr/>
          <p:nvPr/>
        </p:nvCxnSpPr>
        <p:spPr>
          <a:xfrm>
            <a:off x="1905000" y="12382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34010D1-31E8-A4C7-19FA-34C618F668C4}"/>
              </a:ext>
            </a:extLst>
          </p:cNvPr>
          <p:cNvCxnSpPr/>
          <p:nvPr/>
        </p:nvCxnSpPr>
        <p:spPr>
          <a:xfrm>
            <a:off x="2083594" y="12787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5BC96C9-9D7D-AE78-8A9B-0CB3F515B91E}"/>
              </a:ext>
            </a:extLst>
          </p:cNvPr>
          <p:cNvCxnSpPr/>
          <p:nvPr/>
        </p:nvCxnSpPr>
        <p:spPr>
          <a:xfrm>
            <a:off x="2057400" y="13382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F74348C-C170-2BAE-4095-3E2F22CC4385}"/>
              </a:ext>
            </a:extLst>
          </p:cNvPr>
          <p:cNvCxnSpPr/>
          <p:nvPr/>
        </p:nvCxnSpPr>
        <p:spPr>
          <a:xfrm>
            <a:off x="2057400" y="13763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58678E9-310B-AE94-FF34-E0CB1E35CE69}"/>
              </a:ext>
            </a:extLst>
          </p:cNvPr>
          <p:cNvCxnSpPr/>
          <p:nvPr/>
        </p:nvCxnSpPr>
        <p:spPr>
          <a:xfrm>
            <a:off x="2057400" y="14406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3DCED83-0130-731F-6E98-94375B975732}"/>
              </a:ext>
            </a:extLst>
          </p:cNvPr>
          <p:cNvCxnSpPr/>
          <p:nvPr/>
        </p:nvCxnSpPr>
        <p:spPr>
          <a:xfrm>
            <a:off x="2057400" y="14787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B029148-9739-7FA0-21BE-4E06996C4F81}"/>
              </a:ext>
            </a:extLst>
          </p:cNvPr>
          <p:cNvCxnSpPr/>
          <p:nvPr/>
        </p:nvCxnSpPr>
        <p:spPr>
          <a:xfrm>
            <a:off x="2083594" y="15382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F49044B-8884-7129-E0CA-4A2E1EA1CE9A}"/>
              </a:ext>
            </a:extLst>
          </p:cNvPr>
          <p:cNvCxnSpPr/>
          <p:nvPr/>
        </p:nvCxnSpPr>
        <p:spPr>
          <a:xfrm>
            <a:off x="2083594" y="15930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2AA8059-C5AC-41DD-39CC-FA9332C4CFFB}"/>
              </a:ext>
            </a:extLst>
          </p:cNvPr>
          <p:cNvCxnSpPr/>
          <p:nvPr/>
        </p:nvCxnSpPr>
        <p:spPr>
          <a:xfrm>
            <a:off x="2085975" y="16382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86FF353-52D4-7450-230A-BADF988938D0}"/>
              </a:ext>
            </a:extLst>
          </p:cNvPr>
          <p:cNvCxnSpPr/>
          <p:nvPr/>
        </p:nvCxnSpPr>
        <p:spPr>
          <a:xfrm>
            <a:off x="2083594" y="16811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55472F9-6FA2-F079-48EE-6DC6ED029B88}"/>
              </a:ext>
            </a:extLst>
          </p:cNvPr>
          <p:cNvCxnSpPr/>
          <p:nvPr/>
        </p:nvCxnSpPr>
        <p:spPr>
          <a:xfrm>
            <a:off x="2119312" y="17383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3510415-DD28-49C7-1FCA-9CEFBDDC8DA9}"/>
              </a:ext>
            </a:extLst>
          </p:cNvPr>
          <p:cNvCxnSpPr/>
          <p:nvPr/>
        </p:nvCxnSpPr>
        <p:spPr>
          <a:xfrm>
            <a:off x="2138362" y="17811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A30BD575-0631-4451-83EE-8CB89941E881}"/>
              </a:ext>
            </a:extLst>
          </p:cNvPr>
          <p:cNvCxnSpPr/>
          <p:nvPr/>
        </p:nvCxnSpPr>
        <p:spPr>
          <a:xfrm>
            <a:off x="2083594" y="18311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265E1B7C-B5C7-7B09-BDA4-753FC859D962}"/>
              </a:ext>
            </a:extLst>
          </p:cNvPr>
          <p:cNvCxnSpPr/>
          <p:nvPr/>
        </p:nvCxnSpPr>
        <p:spPr>
          <a:xfrm>
            <a:off x="2057400" y="18311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8B378D4-F084-ED95-FD7A-86CFBF7D6CF5}"/>
              </a:ext>
            </a:extLst>
          </p:cNvPr>
          <p:cNvCxnSpPr/>
          <p:nvPr/>
        </p:nvCxnSpPr>
        <p:spPr>
          <a:xfrm>
            <a:off x="2209800" y="18835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26F11A9-8E38-8583-9063-C19C4B20810C}"/>
              </a:ext>
            </a:extLst>
          </p:cNvPr>
          <p:cNvCxnSpPr/>
          <p:nvPr/>
        </p:nvCxnSpPr>
        <p:spPr>
          <a:xfrm>
            <a:off x="2209800" y="19359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C910170-F435-AB8B-5144-C680B2616222}"/>
              </a:ext>
            </a:extLst>
          </p:cNvPr>
          <p:cNvCxnSpPr/>
          <p:nvPr/>
        </p:nvCxnSpPr>
        <p:spPr>
          <a:xfrm>
            <a:off x="2209800" y="19883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81C1D22-8DFB-4C40-1698-DEE084208CCA}"/>
              </a:ext>
            </a:extLst>
          </p:cNvPr>
          <p:cNvCxnSpPr/>
          <p:nvPr/>
        </p:nvCxnSpPr>
        <p:spPr>
          <a:xfrm>
            <a:off x="2264569" y="20312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0F65A8D9-2B2E-79A9-371F-283981595377}"/>
              </a:ext>
            </a:extLst>
          </p:cNvPr>
          <p:cNvCxnSpPr/>
          <p:nvPr/>
        </p:nvCxnSpPr>
        <p:spPr>
          <a:xfrm>
            <a:off x="2264569" y="20740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338C475-0648-FA80-951F-15110B44CCF8}"/>
              </a:ext>
            </a:extLst>
          </p:cNvPr>
          <p:cNvCxnSpPr/>
          <p:nvPr/>
        </p:nvCxnSpPr>
        <p:spPr>
          <a:xfrm>
            <a:off x="2264569" y="21240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CB2BA6F-34AB-89B4-3068-E6762E60384D}"/>
              </a:ext>
            </a:extLst>
          </p:cNvPr>
          <p:cNvCxnSpPr/>
          <p:nvPr/>
        </p:nvCxnSpPr>
        <p:spPr>
          <a:xfrm>
            <a:off x="2264569" y="21693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3CD87D8-A9CE-F7FC-6511-F9BFAD29E4E2}"/>
              </a:ext>
            </a:extLst>
          </p:cNvPr>
          <p:cNvCxnSpPr/>
          <p:nvPr/>
        </p:nvCxnSpPr>
        <p:spPr>
          <a:xfrm>
            <a:off x="2264569" y="22145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44F46D9A-AC23-E982-E0BB-04261EFA0C94}"/>
              </a:ext>
            </a:extLst>
          </p:cNvPr>
          <p:cNvCxnSpPr/>
          <p:nvPr/>
        </p:nvCxnSpPr>
        <p:spPr>
          <a:xfrm>
            <a:off x="2316956" y="22788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6D7A1AC4-08E4-C512-3821-BE90E5328865}"/>
              </a:ext>
            </a:extLst>
          </p:cNvPr>
          <p:cNvCxnSpPr/>
          <p:nvPr/>
        </p:nvCxnSpPr>
        <p:spPr>
          <a:xfrm>
            <a:off x="2264569" y="23217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7A5E580-B33E-1B66-4D3A-ECCE0660AECC}"/>
              </a:ext>
            </a:extLst>
          </p:cNvPr>
          <p:cNvCxnSpPr/>
          <p:nvPr/>
        </p:nvCxnSpPr>
        <p:spPr>
          <a:xfrm>
            <a:off x="2264569" y="23812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CC36F2C-6E55-9849-9DF5-FA5D1767CF43}"/>
              </a:ext>
            </a:extLst>
          </p:cNvPr>
          <p:cNvCxnSpPr/>
          <p:nvPr/>
        </p:nvCxnSpPr>
        <p:spPr>
          <a:xfrm>
            <a:off x="2288381" y="24288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6B4B063A-8D08-166F-D41A-8698246DD055}"/>
              </a:ext>
            </a:extLst>
          </p:cNvPr>
          <p:cNvCxnSpPr/>
          <p:nvPr/>
        </p:nvCxnSpPr>
        <p:spPr>
          <a:xfrm>
            <a:off x="2288381" y="24788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2C520F08-E6A8-3585-E1FD-2C702DC83F4E}"/>
              </a:ext>
            </a:extLst>
          </p:cNvPr>
          <p:cNvCxnSpPr/>
          <p:nvPr/>
        </p:nvCxnSpPr>
        <p:spPr>
          <a:xfrm>
            <a:off x="2288381" y="25265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53CBDE71-D052-8139-79E1-48BD0CE55FD0}"/>
              </a:ext>
            </a:extLst>
          </p:cNvPr>
          <p:cNvCxnSpPr/>
          <p:nvPr/>
        </p:nvCxnSpPr>
        <p:spPr>
          <a:xfrm>
            <a:off x="1676400" y="25717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F706E73-6A4E-13F7-0A89-B473FDBAB038}"/>
              </a:ext>
            </a:extLst>
          </p:cNvPr>
          <p:cNvCxnSpPr/>
          <p:nvPr/>
        </p:nvCxnSpPr>
        <p:spPr>
          <a:xfrm>
            <a:off x="1821655" y="26193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91DDCB87-FFBB-EEA3-5338-1A60ECEEBB52}"/>
              </a:ext>
            </a:extLst>
          </p:cNvPr>
          <p:cNvCxnSpPr/>
          <p:nvPr/>
        </p:nvCxnSpPr>
        <p:spPr>
          <a:xfrm>
            <a:off x="1821655" y="26646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A9A7910E-F9E5-70F7-B37C-18B020CC2F22}"/>
              </a:ext>
            </a:extLst>
          </p:cNvPr>
          <p:cNvCxnSpPr/>
          <p:nvPr/>
        </p:nvCxnSpPr>
        <p:spPr>
          <a:xfrm>
            <a:off x="1824037" y="27146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D08EC555-E7F0-D4E6-434D-6832036BC12B}"/>
              </a:ext>
            </a:extLst>
          </p:cNvPr>
          <p:cNvCxnSpPr/>
          <p:nvPr/>
        </p:nvCxnSpPr>
        <p:spPr>
          <a:xfrm>
            <a:off x="1847849" y="27598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2E3F9F9-D916-2A80-82C0-C8789943CA7F}"/>
              </a:ext>
            </a:extLst>
          </p:cNvPr>
          <p:cNvCxnSpPr/>
          <p:nvPr/>
        </p:nvCxnSpPr>
        <p:spPr>
          <a:xfrm>
            <a:off x="1847849" y="28098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D38F259-C546-934B-EA8C-58750E656E39}"/>
              </a:ext>
            </a:extLst>
          </p:cNvPr>
          <p:cNvCxnSpPr/>
          <p:nvPr/>
        </p:nvCxnSpPr>
        <p:spPr>
          <a:xfrm>
            <a:off x="1847849" y="28717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36FC3347-8F44-F177-0796-35A444C79476}"/>
              </a:ext>
            </a:extLst>
          </p:cNvPr>
          <p:cNvCxnSpPr/>
          <p:nvPr/>
        </p:nvCxnSpPr>
        <p:spPr>
          <a:xfrm>
            <a:off x="1895473" y="29170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E1A3EAA-D7BD-F629-D06C-C20A7E49D3B9}"/>
              </a:ext>
            </a:extLst>
          </p:cNvPr>
          <p:cNvCxnSpPr/>
          <p:nvPr/>
        </p:nvCxnSpPr>
        <p:spPr>
          <a:xfrm>
            <a:off x="2033585" y="297179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E145B35-8C7B-501C-C54E-1FA18C759463}"/>
              </a:ext>
            </a:extLst>
          </p:cNvPr>
          <p:cNvCxnSpPr/>
          <p:nvPr/>
        </p:nvCxnSpPr>
        <p:spPr>
          <a:xfrm>
            <a:off x="2033585" y="30146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AA89F0CE-44F0-426C-709A-6880AB4FF8F2}"/>
              </a:ext>
            </a:extLst>
          </p:cNvPr>
          <p:cNvCxnSpPr/>
          <p:nvPr/>
        </p:nvCxnSpPr>
        <p:spPr>
          <a:xfrm>
            <a:off x="2057400" y="30646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7F850B8-10B3-D7F9-FF6E-BF0D6D2809A3}"/>
              </a:ext>
            </a:extLst>
          </p:cNvPr>
          <p:cNvCxnSpPr/>
          <p:nvPr/>
        </p:nvCxnSpPr>
        <p:spPr>
          <a:xfrm>
            <a:off x="2057400" y="31075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A50664A-AEEC-0B67-82B7-79284986079B}"/>
              </a:ext>
            </a:extLst>
          </p:cNvPr>
          <p:cNvCxnSpPr/>
          <p:nvPr/>
        </p:nvCxnSpPr>
        <p:spPr>
          <a:xfrm>
            <a:off x="2057400" y="31527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A85D1AB-E4E6-ECD5-6541-318946EE9297}"/>
              </a:ext>
            </a:extLst>
          </p:cNvPr>
          <p:cNvCxnSpPr/>
          <p:nvPr/>
        </p:nvCxnSpPr>
        <p:spPr>
          <a:xfrm>
            <a:off x="2057400" y="32099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028B851-F285-FABC-2DF2-861CE7C96B0D}"/>
              </a:ext>
            </a:extLst>
          </p:cNvPr>
          <p:cNvCxnSpPr/>
          <p:nvPr/>
        </p:nvCxnSpPr>
        <p:spPr>
          <a:xfrm>
            <a:off x="2074065" y="32575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7844B339-9C98-8F92-A77F-4B7CEEEFFEE2}"/>
              </a:ext>
            </a:extLst>
          </p:cNvPr>
          <p:cNvCxnSpPr/>
          <p:nvPr/>
        </p:nvCxnSpPr>
        <p:spPr>
          <a:xfrm>
            <a:off x="2081210" y="33123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C32A191-7FD3-8CAE-F7E2-5587C34CF416}"/>
              </a:ext>
            </a:extLst>
          </p:cNvPr>
          <p:cNvCxnSpPr/>
          <p:nvPr/>
        </p:nvCxnSpPr>
        <p:spPr>
          <a:xfrm>
            <a:off x="2107404" y="33647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06619815-C993-1306-836A-36CBD64873D6}"/>
              </a:ext>
            </a:extLst>
          </p:cNvPr>
          <p:cNvCxnSpPr/>
          <p:nvPr/>
        </p:nvCxnSpPr>
        <p:spPr>
          <a:xfrm>
            <a:off x="2057400" y="34123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B0039FF5-1257-975F-9115-A12A078DF281}"/>
              </a:ext>
            </a:extLst>
          </p:cNvPr>
          <p:cNvCxnSpPr/>
          <p:nvPr/>
        </p:nvCxnSpPr>
        <p:spPr>
          <a:xfrm>
            <a:off x="2074065" y="34647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C683DCBA-7FA3-C6D7-BF8F-88FD750726DB}"/>
              </a:ext>
            </a:extLst>
          </p:cNvPr>
          <p:cNvCxnSpPr/>
          <p:nvPr/>
        </p:nvCxnSpPr>
        <p:spPr>
          <a:xfrm>
            <a:off x="2107404" y="35099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6484F53A-27FD-0BB7-1173-E4ECA4586128}"/>
              </a:ext>
            </a:extLst>
          </p:cNvPr>
          <p:cNvCxnSpPr/>
          <p:nvPr/>
        </p:nvCxnSpPr>
        <p:spPr>
          <a:xfrm>
            <a:off x="2119312" y="35552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678A7B9-67DC-39C2-C41A-10DBE239D7A9}"/>
              </a:ext>
            </a:extLst>
          </p:cNvPr>
          <p:cNvCxnSpPr/>
          <p:nvPr/>
        </p:nvCxnSpPr>
        <p:spPr>
          <a:xfrm>
            <a:off x="2264569" y="36075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7C5A932-3300-C2B4-726F-5214689988A6}"/>
              </a:ext>
            </a:extLst>
          </p:cNvPr>
          <p:cNvCxnSpPr/>
          <p:nvPr/>
        </p:nvCxnSpPr>
        <p:spPr>
          <a:xfrm>
            <a:off x="2307431" y="365283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4B3113C1-7B94-6483-F977-2DCBF4C3CF9B}"/>
              </a:ext>
            </a:extLst>
          </p:cNvPr>
          <p:cNvCxnSpPr/>
          <p:nvPr/>
        </p:nvCxnSpPr>
        <p:spPr>
          <a:xfrm>
            <a:off x="2283618" y="37004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DED37BD9-386B-99F1-F948-46A42EBA7768}"/>
              </a:ext>
            </a:extLst>
          </p:cNvPr>
          <p:cNvCxnSpPr/>
          <p:nvPr/>
        </p:nvCxnSpPr>
        <p:spPr>
          <a:xfrm>
            <a:off x="2266949" y="37480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1F27F935-CD27-806C-7B82-9E9DA5349222}"/>
              </a:ext>
            </a:extLst>
          </p:cNvPr>
          <p:cNvCxnSpPr/>
          <p:nvPr/>
        </p:nvCxnSpPr>
        <p:spPr>
          <a:xfrm>
            <a:off x="2283618" y="38004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BAC9283-4473-3461-79F8-97C27BEF929F}"/>
              </a:ext>
            </a:extLst>
          </p:cNvPr>
          <p:cNvCxnSpPr/>
          <p:nvPr/>
        </p:nvCxnSpPr>
        <p:spPr>
          <a:xfrm>
            <a:off x="2283618" y="38552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ABC2FB07-8991-F4A6-93EB-92D2C858B2E6}"/>
              </a:ext>
            </a:extLst>
          </p:cNvPr>
          <p:cNvCxnSpPr/>
          <p:nvPr/>
        </p:nvCxnSpPr>
        <p:spPr>
          <a:xfrm>
            <a:off x="2283618" y="39076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34889F83-CA5D-E46B-ABAB-826641F269A5}"/>
              </a:ext>
            </a:extLst>
          </p:cNvPr>
          <p:cNvCxnSpPr/>
          <p:nvPr/>
        </p:nvCxnSpPr>
        <p:spPr>
          <a:xfrm>
            <a:off x="2264569" y="39504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22E079A-0B36-E6B9-6237-7E39A5FB343D}"/>
              </a:ext>
            </a:extLst>
          </p:cNvPr>
          <p:cNvCxnSpPr/>
          <p:nvPr/>
        </p:nvCxnSpPr>
        <p:spPr>
          <a:xfrm>
            <a:off x="2307431" y="40028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835426D0-37CB-A6B7-B26E-349A3F826EE5}"/>
              </a:ext>
            </a:extLst>
          </p:cNvPr>
          <p:cNvCxnSpPr/>
          <p:nvPr/>
        </p:nvCxnSpPr>
        <p:spPr>
          <a:xfrm>
            <a:off x="2414587" y="40433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2A9C086F-36F4-1516-C8B6-7C57EE170AE1}"/>
              </a:ext>
            </a:extLst>
          </p:cNvPr>
          <p:cNvCxnSpPr/>
          <p:nvPr/>
        </p:nvCxnSpPr>
        <p:spPr>
          <a:xfrm>
            <a:off x="2440781" y="41005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994CAFE2-C530-26DE-2D5E-0A9A16E8A4CC}"/>
              </a:ext>
            </a:extLst>
          </p:cNvPr>
          <p:cNvCxnSpPr/>
          <p:nvPr/>
        </p:nvCxnSpPr>
        <p:spPr>
          <a:xfrm>
            <a:off x="2459831" y="41457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A373AF98-C37F-90B0-A655-02A9D14454BF}"/>
              </a:ext>
            </a:extLst>
          </p:cNvPr>
          <p:cNvCxnSpPr/>
          <p:nvPr/>
        </p:nvCxnSpPr>
        <p:spPr>
          <a:xfrm>
            <a:off x="2190749" y="419337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6111505C-877B-51F4-9554-0296B08305D0}"/>
              </a:ext>
            </a:extLst>
          </p:cNvPr>
          <p:cNvCxnSpPr/>
          <p:nvPr/>
        </p:nvCxnSpPr>
        <p:spPr>
          <a:xfrm>
            <a:off x="2507456" y="42362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B732C260-85AB-E934-D2CA-16C833A418C3}"/>
              </a:ext>
            </a:extLst>
          </p:cNvPr>
          <p:cNvCxnSpPr/>
          <p:nvPr/>
        </p:nvCxnSpPr>
        <p:spPr>
          <a:xfrm>
            <a:off x="2528887" y="42957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7F23FAB-0619-AC0B-F1B0-BFB8906B77AF}"/>
              </a:ext>
            </a:extLst>
          </p:cNvPr>
          <p:cNvCxnSpPr/>
          <p:nvPr/>
        </p:nvCxnSpPr>
        <p:spPr>
          <a:xfrm>
            <a:off x="2231230" y="43457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336D61DC-1701-3B9D-18E4-814002883400}"/>
              </a:ext>
            </a:extLst>
          </p:cNvPr>
          <p:cNvCxnSpPr/>
          <p:nvPr/>
        </p:nvCxnSpPr>
        <p:spPr>
          <a:xfrm>
            <a:off x="2138362" y="44005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49D01853-576B-7593-2DE6-128D4804FF28}"/>
              </a:ext>
            </a:extLst>
          </p:cNvPr>
          <p:cNvCxnSpPr/>
          <p:nvPr/>
        </p:nvCxnSpPr>
        <p:spPr>
          <a:xfrm>
            <a:off x="2324100" y="44505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C22514C3-C1E8-B0BF-C9F9-1C0EE0BA9946}"/>
              </a:ext>
            </a:extLst>
          </p:cNvPr>
          <p:cNvCxnSpPr/>
          <p:nvPr/>
        </p:nvCxnSpPr>
        <p:spPr>
          <a:xfrm>
            <a:off x="2324100" y="44910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4FBDB567-29D1-A7F2-D63D-94BE9A86B680}"/>
              </a:ext>
            </a:extLst>
          </p:cNvPr>
          <p:cNvCxnSpPr/>
          <p:nvPr/>
        </p:nvCxnSpPr>
        <p:spPr>
          <a:xfrm>
            <a:off x="2231230" y="45386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3DD2E8A0-11AA-1336-342B-3D9E642670FB}"/>
              </a:ext>
            </a:extLst>
          </p:cNvPr>
          <p:cNvCxnSpPr/>
          <p:nvPr/>
        </p:nvCxnSpPr>
        <p:spPr>
          <a:xfrm>
            <a:off x="2359818" y="45886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3D3C33B2-CD16-C77F-5880-2346E0B32FBE}"/>
              </a:ext>
            </a:extLst>
          </p:cNvPr>
          <p:cNvCxnSpPr/>
          <p:nvPr/>
        </p:nvCxnSpPr>
        <p:spPr>
          <a:xfrm>
            <a:off x="2316956" y="46386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4853E088-56CA-5BAF-1411-AE2DC999A17B}"/>
              </a:ext>
            </a:extLst>
          </p:cNvPr>
          <p:cNvCxnSpPr/>
          <p:nvPr/>
        </p:nvCxnSpPr>
        <p:spPr>
          <a:xfrm>
            <a:off x="2371724" y="47005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2408A175-F615-27A8-3985-53A36224110E}"/>
              </a:ext>
            </a:extLst>
          </p:cNvPr>
          <p:cNvCxnSpPr/>
          <p:nvPr/>
        </p:nvCxnSpPr>
        <p:spPr>
          <a:xfrm>
            <a:off x="2371724" y="47434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11F1225B-C773-1415-B841-89DFED4ABE25}"/>
              </a:ext>
            </a:extLst>
          </p:cNvPr>
          <p:cNvCxnSpPr/>
          <p:nvPr/>
        </p:nvCxnSpPr>
        <p:spPr>
          <a:xfrm>
            <a:off x="2371724" y="47982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325639C5-4316-3F23-5042-374F0F682198}"/>
              </a:ext>
            </a:extLst>
          </p:cNvPr>
          <p:cNvCxnSpPr/>
          <p:nvPr/>
        </p:nvCxnSpPr>
        <p:spPr>
          <a:xfrm>
            <a:off x="2450306" y="48410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B812BC27-BAFA-12E5-E39F-57BE116ACEFF}"/>
              </a:ext>
            </a:extLst>
          </p:cNvPr>
          <p:cNvCxnSpPr/>
          <p:nvPr/>
        </p:nvCxnSpPr>
        <p:spPr>
          <a:xfrm>
            <a:off x="2324100" y="48910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BB0BF0F3-CCA2-2C9D-6C9F-20CCC61FA598}"/>
              </a:ext>
            </a:extLst>
          </p:cNvPr>
          <p:cNvCxnSpPr/>
          <p:nvPr/>
        </p:nvCxnSpPr>
        <p:spPr>
          <a:xfrm>
            <a:off x="2386012" y="49410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CC6607BC-4B74-EA5C-6FAA-D0AB08E42F41}"/>
              </a:ext>
            </a:extLst>
          </p:cNvPr>
          <p:cNvCxnSpPr/>
          <p:nvPr/>
        </p:nvCxnSpPr>
        <p:spPr>
          <a:xfrm>
            <a:off x="2469356" y="49815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A4C44BE7-27C1-A7B1-A245-1588DEF4D6C1}"/>
              </a:ext>
            </a:extLst>
          </p:cNvPr>
          <p:cNvCxnSpPr/>
          <p:nvPr/>
        </p:nvCxnSpPr>
        <p:spPr>
          <a:xfrm>
            <a:off x="2512218" y="503157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6C1C3FC1-5C0B-9043-30B0-B37A54BD795B}"/>
              </a:ext>
            </a:extLst>
          </p:cNvPr>
          <p:cNvCxnSpPr/>
          <p:nvPr/>
        </p:nvCxnSpPr>
        <p:spPr>
          <a:xfrm>
            <a:off x="2574131" y="50744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9655701A-0F72-6D00-4354-7B860186AA0D}"/>
              </a:ext>
            </a:extLst>
          </p:cNvPr>
          <p:cNvCxnSpPr/>
          <p:nvPr/>
        </p:nvCxnSpPr>
        <p:spPr>
          <a:xfrm>
            <a:off x="2574131" y="51292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80B6A437-42AB-FE66-F4F1-402A313BE40C}"/>
              </a:ext>
            </a:extLst>
          </p:cNvPr>
          <p:cNvCxnSpPr/>
          <p:nvPr/>
        </p:nvCxnSpPr>
        <p:spPr>
          <a:xfrm>
            <a:off x="2590800" y="51839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53DD522D-A01A-2D91-5FD2-EB5AA57E5B65}"/>
              </a:ext>
            </a:extLst>
          </p:cNvPr>
          <p:cNvCxnSpPr/>
          <p:nvPr/>
        </p:nvCxnSpPr>
        <p:spPr>
          <a:xfrm>
            <a:off x="2590800" y="522446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8AF01BB-C5C9-7985-1F63-92494DCBE982}"/>
              </a:ext>
            </a:extLst>
          </p:cNvPr>
          <p:cNvCxnSpPr/>
          <p:nvPr/>
        </p:nvCxnSpPr>
        <p:spPr>
          <a:xfrm>
            <a:off x="2574131" y="528161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C5A02C8F-A47C-4DDF-BA10-7C804D59AEEF}"/>
              </a:ext>
            </a:extLst>
          </p:cNvPr>
          <p:cNvCxnSpPr/>
          <p:nvPr/>
        </p:nvCxnSpPr>
        <p:spPr>
          <a:xfrm>
            <a:off x="2574131" y="53316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CEB81653-50E7-9620-E066-B35E0AA8BA50}"/>
              </a:ext>
            </a:extLst>
          </p:cNvPr>
          <p:cNvCxnSpPr/>
          <p:nvPr/>
        </p:nvCxnSpPr>
        <p:spPr>
          <a:xfrm>
            <a:off x="2590800" y="537686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D19E597F-10F1-562D-9EC9-33A211DDFCD6}"/>
              </a:ext>
            </a:extLst>
          </p:cNvPr>
          <p:cNvCxnSpPr/>
          <p:nvPr/>
        </p:nvCxnSpPr>
        <p:spPr>
          <a:xfrm>
            <a:off x="2552699" y="54149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F1F86B88-3184-DEDE-8F5D-51446C0A9376}"/>
              </a:ext>
            </a:extLst>
          </p:cNvPr>
          <p:cNvCxnSpPr/>
          <p:nvPr/>
        </p:nvCxnSpPr>
        <p:spPr>
          <a:xfrm>
            <a:off x="2552699" y="54697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968B41EB-A089-5F19-F764-79C0EF36E96C}"/>
              </a:ext>
            </a:extLst>
          </p:cNvPr>
          <p:cNvCxnSpPr/>
          <p:nvPr/>
        </p:nvCxnSpPr>
        <p:spPr>
          <a:xfrm>
            <a:off x="2528887" y="552449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13C1485C-EC97-AC2A-00F5-5669B91CA8EE}"/>
              </a:ext>
            </a:extLst>
          </p:cNvPr>
          <p:cNvCxnSpPr/>
          <p:nvPr/>
        </p:nvCxnSpPr>
        <p:spPr>
          <a:xfrm>
            <a:off x="2628899" y="55673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758EB4AE-04DE-3767-09E1-86DF368305D1}"/>
              </a:ext>
            </a:extLst>
          </p:cNvPr>
          <p:cNvCxnSpPr/>
          <p:nvPr/>
        </p:nvCxnSpPr>
        <p:spPr>
          <a:xfrm>
            <a:off x="2528887" y="562451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8CB938A-8209-1C21-74FC-724C3450CAF3}"/>
              </a:ext>
            </a:extLst>
          </p:cNvPr>
          <p:cNvCxnSpPr/>
          <p:nvPr/>
        </p:nvCxnSpPr>
        <p:spPr>
          <a:xfrm>
            <a:off x="2590800" y="56745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6D09F3A4-7387-C3B1-D7C6-99E58802660E}"/>
              </a:ext>
            </a:extLst>
          </p:cNvPr>
          <p:cNvCxnSpPr/>
          <p:nvPr/>
        </p:nvCxnSpPr>
        <p:spPr>
          <a:xfrm>
            <a:off x="2390774" y="57340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14B2BC67-6B12-D23E-487B-2B02B675718C}"/>
              </a:ext>
            </a:extLst>
          </p:cNvPr>
          <p:cNvCxnSpPr/>
          <p:nvPr/>
        </p:nvCxnSpPr>
        <p:spPr>
          <a:xfrm>
            <a:off x="2316956" y="57721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3087CF31-E61C-14F9-EBCD-636C8AF36BD7}"/>
              </a:ext>
            </a:extLst>
          </p:cNvPr>
          <p:cNvCxnSpPr/>
          <p:nvPr/>
        </p:nvCxnSpPr>
        <p:spPr>
          <a:xfrm>
            <a:off x="2469356" y="58197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335DFEE5-E613-6C6E-3796-180ED6CE3071}"/>
              </a:ext>
            </a:extLst>
          </p:cNvPr>
          <p:cNvCxnSpPr/>
          <p:nvPr/>
        </p:nvCxnSpPr>
        <p:spPr>
          <a:xfrm>
            <a:off x="2469356" y="586977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0083B5DA-4D73-603F-2FA2-0D6EBD568A19}"/>
              </a:ext>
            </a:extLst>
          </p:cNvPr>
          <p:cNvCxnSpPr/>
          <p:nvPr/>
        </p:nvCxnSpPr>
        <p:spPr>
          <a:xfrm>
            <a:off x="2469356" y="59174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E09542-EC34-CEAA-4062-C15CF958D9AF}"/>
              </a:ext>
            </a:extLst>
          </p:cNvPr>
          <p:cNvCxnSpPr/>
          <p:nvPr/>
        </p:nvCxnSpPr>
        <p:spPr>
          <a:xfrm>
            <a:off x="2488406" y="596741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CA3CF171-2D6B-9E54-98D8-CE0D2BE1338C}"/>
              </a:ext>
            </a:extLst>
          </p:cNvPr>
          <p:cNvCxnSpPr/>
          <p:nvPr/>
        </p:nvCxnSpPr>
        <p:spPr>
          <a:xfrm>
            <a:off x="2488406" y="601265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5F3EB607-13C6-8A00-1B5D-3671FEE514B2}"/>
              </a:ext>
            </a:extLst>
          </p:cNvPr>
          <p:cNvCxnSpPr/>
          <p:nvPr/>
        </p:nvCxnSpPr>
        <p:spPr>
          <a:xfrm>
            <a:off x="2507456" y="60650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D63598E6-36BF-34EA-5B8E-52C8378E018D}"/>
              </a:ext>
            </a:extLst>
          </p:cNvPr>
          <p:cNvCxnSpPr/>
          <p:nvPr/>
        </p:nvCxnSpPr>
        <p:spPr>
          <a:xfrm>
            <a:off x="2552699" y="611266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F3AE15A3-236E-4931-5843-F35747070094}"/>
              </a:ext>
            </a:extLst>
          </p:cNvPr>
          <p:cNvCxnSpPr/>
          <p:nvPr/>
        </p:nvCxnSpPr>
        <p:spPr>
          <a:xfrm>
            <a:off x="2528887" y="61698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96460028-C2E7-84E7-C23A-F2E09EBA6FAF}"/>
              </a:ext>
            </a:extLst>
          </p:cNvPr>
          <p:cNvCxnSpPr/>
          <p:nvPr/>
        </p:nvCxnSpPr>
        <p:spPr>
          <a:xfrm>
            <a:off x="2574131" y="622696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FD5EA1D3-765B-50B8-482A-99BB3283EE9C}"/>
              </a:ext>
            </a:extLst>
          </p:cNvPr>
          <p:cNvCxnSpPr/>
          <p:nvPr/>
        </p:nvCxnSpPr>
        <p:spPr>
          <a:xfrm>
            <a:off x="2628899" y="62793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FC6EBC44-F0A5-0D7C-A90A-E2CAA89B3F4F}"/>
              </a:ext>
            </a:extLst>
          </p:cNvPr>
          <p:cNvCxnSpPr>
            <a:cxnSpLocks/>
          </p:cNvCxnSpPr>
          <p:nvPr/>
        </p:nvCxnSpPr>
        <p:spPr>
          <a:xfrm>
            <a:off x="4876799" y="78700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BD7A7C4E-7DED-8FF5-AE9E-1A615A7B95CB}"/>
              </a:ext>
            </a:extLst>
          </p:cNvPr>
          <p:cNvCxnSpPr>
            <a:cxnSpLocks/>
          </p:cNvCxnSpPr>
          <p:nvPr/>
        </p:nvCxnSpPr>
        <p:spPr>
          <a:xfrm>
            <a:off x="4929187" y="94297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A7CD75A2-F0A0-2342-8660-3DB2C2331D23}"/>
              </a:ext>
            </a:extLst>
          </p:cNvPr>
          <p:cNvCxnSpPr>
            <a:cxnSpLocks/>
          </p:cNvCxnSpPr>
          <p:nvPr/>
        </p:nvCxnSpPr>
        <p:spPr>
          <a:xfrm>
            <a:off x="4981574" y="94416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D4A3A817-48DD-83F9-1E0C-C651D428DB85}"/>
              </a:ext>
            </a:extLst>
          </p:cNvPr>
          <p:cNvCxnSpPr>
            <a:cxnSpLocks/>
          </p:cNvCxnSpPr>
          <p:nvPr/>
        </p:nvCxnSpPr>
        <p:spPr>
          <a:xfrm>
            <a:off x="5022055" y="94297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506C3137-83B3-D992-8C78-E93D73F2ECBC}"/>
              </a:ext>
            </a:extLst>
          </p:cNvPr>
          <p:cNvCxnSpPr>
            <a:cxnSpLocks/>
          </p:cNvCxnSpPr>
          <p:nvPr/>
        </p:nvCxnSpPr>
        <p:spPr>
          <a:xfrm>
            <a:off x="5072061" y="93463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4264FE43-38F6-1F87-263D-9D1EE4734E6B}"/>
              </a:ext>
            </a:extLst>
          </p:cNvPr>
          <p:cNvCxnSpPr>
            <a:cxnSpLocks/>
          </p:cNvCxnSpPr>
          <p:nvPr/>
        </p:nvCxnSpPr>
        <p:spPr>
          <a:xfrm>
            <a:off x="5122068" y="94297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A4D31846-EC18-2445-4299-FEA23D9FD593}"/>
              </a:ext>
            </a:extLst>
          </p:cNvPr>
          <p:cNvCxnSpPr>
            <a:cxnSpLocks/>
          </p:cNvCxnSpPr>
          <p:nvPr/>
        </p:nvCxnSpPr>
        <p:spPr>
          <a:xfrm>
            <a:off x="5174455" y="94297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C445E01F-D430-7466-1866-663B3385F92D}"/>
              </a:ext>
            </a:extLst>
          </p:cNvPr>
          <p:cNvCxnSpPr>
            <a:cxnSpLocks/>
          </p:cNvCxnSpPr>
          <p:nvPr/>
        </p:nvCxnSpPr>
        <p:spPr>
          <a:xfrm>
            <a:off x="5231605" y="94178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C15F62EF-E3DB-A265-701B-55E4EBE236BD}"/>
              </a:ext>
            </a:extLst>
          </p:cNvPr>
          <p:cNvCxnSpPr>
            <a:cxnSpLocks/>
          </p:cNvCxnSpPr>
          <p:nvPr/>
        </p:nvCxnSpPr>
        <p:spPr>
          <a:xfrm>
            <a:off x="5267324" y="545306"/>
            <a:ext cx="0" cy="779740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DD8CD10-B51A-C766-E61E-9B84AB13AE8F}"/>
              </a:ext>
            </a:extLst>
          </p:cNvPr>
          <p:cNvCxnSpPr>
            <a:cxnSpLocks/>
          </p:cNvCxnSpPr>
          <p:nvPr/>
        </p:nvCxnSpPr>
        <p:spPr>
          <a:xfrm>
            <a:off x="5322092" y="419100"/>
            <a:ext cx="0" cy="793075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3068390C-B7C3-9A1C-3963-E46003AD1379}"/>
              </a:ext>
            </a:extLst>
          </p:cNvPr>
          <p:cNvCxnSpPr>
            <a:cxnSpLocks/>
          </p:cNvCxnSpPr>
          <p:nvPr/>
        </p:nvCxnSpPr>
        <p:spPr>
          <a:xfrm>
            <a:off x="5379243" y="195263"/>
            <a:ext cx="0" cy="814744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416031BB-B2B5-AE55-904F-49A993C65915}"/>
              </a:ext>
            </a:extLst>
          </p:cNvPr>
          <p:cNvCxnSpPr>
            <a:cxnSpLocks/>
          </p:cNvCxnSpPr>
          <p:nvPr/>
        </p:nvCxnSpPr>
        <p:spPr>
          <a:xfrm>
            <a:off x="5419724" y="169069"/>
            <a:ext cx="0" cy="818078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2C309A84-057D-90F1-CCA3-A6059CCBF782}"/>
              </a:ext>
            </a:extLst>
          </p:cNvPr>
          <p:cNvCxnSpPr>
            <a:cxnSpLocks/>
          </p:cNvCxnSpPr>
          <p:nvPr/>
        </p:nvCxnSpPr>
        <p:spPr>
          <a:xfrm>
            <a:off x="5469730" y="257174"/>
            <a:ext cx="0" cy="808315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A10FD13D-80C1-19D3-6352-3F13C0D0EC86}"/>
              </a:ext>
            </a:extLst>
          </p:cNvPr>
          <p:cNvCxnSpPr>
            <a:cxnSpLocks/>
          </p:cNvCxnSpPr>
          <p:nvPr/>
        </p:nvCxnSpPr>
        <p:spPr>
          <a:xfrm>
            <a:off x="5517355" y="147638"/>
            <a:ext cx="0" cy="819269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63C547A1-D2C9-E8CF-1609-7643347354ED}"/>
              </a:ext>
            </a:extLst>
          </p:cNvPr>
          <p:cNvCxnSpPr>
            <a:cxnSpLocks/>
          </p:cNvCxnSpPr>
          <p:nvPr/>
        </p:nvCxnSpPr>
        <p:spPr>
          <a:xfrm>
            <a:off x="5560217" y="195263"/>
            <a:ext cx="0" cy="831294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7438CAB3-2C18-878C-D9EC-24A10D78F23A}"/>
              </a:ext>
            </a:extLst>
          </p:cNvPr>
          <p:cNvCxnSpPr>
            <a:cxnSpLocks/>
          </p:cNvCxnSpPr>
          <p:nvPr/>
        </p:nvCxnSpPr>
        <p:spPr>
          <a:xfrm>
            <a:off x="5614984" y="15120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6DEA0183-AFD5-6CA3-6F6A-A6A91CEC944F}"/>
              </a:ext>
            </a:extLst>
          </p:cNvPr>
          <p:cNvCxnSpPr>
            <a:cxnSpLocks/>
          </p:cNvCxnSpPr>
          <p:nvPr/>
        </p:nvCxnSpPr>
        <p:spPr>
          <a:xfrm>
            <a:off x="5655467" y="195263"/>
            <a:ext cx="0" cy="829508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27DD3386-9DAC-6556-975A-7F81C223DACF}"/>
              </a:ext>
            </a:extLst>
          </p:cNvPr>
          <p:cNvCxnSpPr>
            <a:cxnSpLocks/>
          </p:cNvCxnSpPr>
          <p:nvPr/>
        </p:nvCxnSpPr>
        <p:spPr>
          <a:xfrm>
            <a:off x="5705474" y="147638"/>
            <a:ext cx="0" cy="834270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402AC2E-85A4-726F-0E6F-FF98E0FDA237}"/>
              </a:ext>
            </a:extLst>
          </p:cNvPr>
          <p:cNvCxnSpPr>
            <a:cxnSpLocks/>
          </p:cNvCxnSpPr>
          <p:nvPr/>
        </p:nvCxnSpPr>
        <p:spPr>
          <a:xfrm>
            <a:off x="5748337" y="195263"/>
            <a:ext cx="0" cy="829508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883E497C-349C-5934-0466-A017DA22480E}"/>
              </a:ext>
            </a:extLst>
          </p:cNvPr>
          <p:cNvCxnSpPr>
            <a:cxnSpLocks/>
          </p:cNvCxnSpPr>
          <p:nvPr/>
        </p:nvCxnSpPr>
        <p:spPr>
          <a:xfrm>
            <a:off x="5805486" y="195263"/>
            <a:ext cx="0" cy="829508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C4A5EAB3-3018-B5BC-B20E-32448FDAE449}"/>
              </a:ext>
            </a:extLst>
          </p:cNvPr>
          <p:cNvCxnSpPr>
            <a:cxnSpLocks/>
          </p:cNvCxnSpPr>
          <p:nvPr/>
        </p:nvCxnSpPr>
        <p:spPr>
          <a:xfrm>
            <a:off x="5853111" y="147638"/>
            <a:ext cx="0" cy="849749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BE51F743-8794-3D73-AF52-CC78FD77A9EB}"/>
              </a:ext>
            </a:extLst>
          </p:cNvPr>
          <p:cNvCxnSpPr>
            <a:cxnSpLocks/>
          </p:cNvCxnSpPr>
          <p:nvPr/>
        </p:nvCxnSpPr>
        <p:spPr>
          <a:xfrm>
            <a:off x="5895974" y="147638"/>
            <a:ext cx="0" cy="849749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4278680F-6703-931D-6FC4-32FA5697F977}"/>
              </a:ext>
            </a:extLst>
          </p:cNvPr>
          <p:cNvCxnSpPr>
            <a:cxnSpLocks/>
          </p:cNvCxnSpPr>
          <p:nvPr/>
        </p:nvCxnSpPr>
        <p:spPr>
          <a:xfrm>
            <a:off x="5957886" y="195263"/>
            <a:ext cx="0" cy="844986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C86995F1-BD28-C2E6-9D3D-E97A1315FC8E}"/>
              </a:ext>
            </a:extLst>
          </p:cNvPr>
          <p:cNvCxnSpPr>
            <a:cxnSpLocks/>
          </p:cNvCxnSpPr>
          <p:nvPr/>
        </p:nvCxnSpPr>
        <p:spPr>
          <a:xfrm>
            <a:off x="6000748" y="119063"/>
            <a:ext cx="0" cy="852606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1AEDF327-840E-E982-2EC7-7FE48282A662}"/>
              </a:ext>
            </a:extLst>
          </p:cNvPr>
          <p:cNvCxnSpPr>
            <a:cxnSpLocks/>
          </p:cNvCxnSpPr>
          <p:nvPr/>
        </p:nvCxnSpPr>
        <p:spPr>
          <a:xfrm>
            <a:off x="6038848" y="147638"/>
            <a:ext cx="0" cy="848558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C7CE9FE6-1DF3-F6F7-313C-60AF3B3E89E8}"/>
              </a:ext>
            </a:extLst>
          </p:cNvPr>
          <p:cNvCxnSpPr>
            <a:cxnSpLocks/>
          </p:cNvCxnSpPr>
          <p:nvPr/>
        </p:nvCxnSpPr>
        <p:spPr>
          <a:xfrm>
            <a:off x="6096000" y="147638"/>
            <a:ext cx="0" cy="849749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3632FB37-8896-BB44-2F8B-6CF89BE6383B}"/>
              </a:ext>
            </a:extLst>
          </p:cNvPr>
          <p:cNvCxnSpPr>
            <a:cxnSpLocks/>
          </p:cNvCxnSpPr>
          <p:nvPr/>
        </p:nvCxnSpPr>
        <p:spPr>
          <a:xfrm>
            <a:off x="6155530" y="147638"/>
            <a:ext cx="0" cy="849749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1E022326-1FF5-82A4-15BC-4252B1BC5A3E}"/>
              </a:ext>
            </a:extLst>
          </p:cNvPr>
          <p:cNvCxnSpPr>
            <a:cxnSpLocks/>
          </p:cNvCxnSpPr>
          <p:nvPr/>
        </p:nvCxnSpPr>
        <p:spPr>
          <a:xfrm>
            <a:off x="6212680" y="90488"/>
            <a:ext cx="0" cy="855464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B1AE7C32-196F-9D8E-7E8C-9BB8DB286FF8}"/>
              </a:ext>
            </a:extLst>
          </p:cNvPr>
          <p:cNvCxnSpPr>
            <a:cxnSpLocks/>
          </p:cNvCxnSpPr>
          <p:nvPr/>
        </p:nvCxnSpPr>
        <p:spPr>
          <a:xfrm>
            <a:off x="6253161" y="90488"/>
            <a:ext cx="0" cy="871180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9F0C7292-DC95-FAD9-340C-1A57CD9C8A54}"/>
              </a:ext>
            </a:extLst>
          </p:cNvPr>
          <p:cNvCxnSpPr>
            <a:cxnSpLocks/>
          </p:cNvCxnSpPr>
          <p:nvPr/>
        </p:nvCxnSpPr>
        <p:spPr>
          <a:xfrm>
            <a:off x="6307930" y="147638"/>
            <a:ext cx="0" cy="864750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1775A68C-AAFB-8953-8E10-CDDDE108B971}"/>
              </a:ext>
            </a:extLst>
          </p:cNvPr>
          <p:cNvCxnSpPr>
            <a:cxnSpLocks/>
          </p:cNvCxnSpPr>
          <p:nvPr/>
        </p:nvCxnSpPr>
        <p:spPr>
          <a:xfrm>
            <a:off x="6350792" y="195263"/>
            <a:ext cx="0" cy="860702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8BEE40BF-46FA-BD9E-3C13-9F9746A28F73}"/>
              </a:ext>
            </a:extLst>
          </p:cNvPr>
          <p:cNvCxnSpPr>
            <a:cxnSpLocks/>
          </p:cNvCxnSpPr>
          <p:nvPr/>
        </p:nvCxnSpPr>
        <p:spPr>
          <a:xfrm>
            <a:off x="6398418" y="147638"/>
            <a:ext cx="0" cy="865465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1B0532C7-200A-6BA2-DB1B-2FF9851B60D7}"/>
              </a:ext>
            </a:extLst>
          </p:cNvPr>
          <p:cNvCxnSpPr>
            <a:cxnSpLocks/>
          </p:cNvCxnSpPr>
          <p:nvPr/>
        </p:nvCxnSpPr>
        <p:spPr>
          <a:xfrm>
            <a:off x="6441280" y="195263"/>
            <a:ext cx="0" cy="860702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BBA06A3E-A0DB-7A38-12EB-0B0704AC5B56}"/>
              </a:ext>
            </a:extLst>
          </p:cNvPr>
          <p:cNvCxnSpPr>
            <a:cxnSpLocks/>
          </p:cNvCxnSpPr>
          <p:nvPr/>
        </p:nvCxnSpPr>
        <p:spPr>
          <a:xfrm>
            <a:off x="6484143" y="195263"/>
            <a:ext cx="0" cy="859988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022BF942-DB71-76C9-8FDB-ED5FEB1DE164}"/>
              </a:ext>
            </a:extLst>
          </p:cNvPr>
          <p:cNvCxnSpPr>
            <a:cxnSpLocks/>
          </p:cNvCxnSpPr>
          <p:nvPr/>
        </p:nvCxnSpPr>
        <p:spPr>
          <a:xfrm>
            <a:off x="6546055" y="90488"/>
            <a:ext cx="0" cy="870465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95F2D739-7C68-6283-B010-974788691C0C}"/>
              </a:ext>
            </a:extLst>
          </p:cNvPr>
          <p:cNvCxnSpPr>
            <a:cxnSpLocks/>
          </p:cNvCxnSpPr>
          <p:nvPr/>
        </p:nvCxnSpPr>
        <p:spPr>
          <a:xfrm>
            <a:off x="6593680" y="195263"/>
            <a:ext cx="0" cy="859988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80CE9154-2DD0-CEC6-644B-8B05C1733619}"/>
              </a:ext>
            </a:extLst>
          </p:cNvPr>
          <p:cNvCxnSpPr>
            <a:cxnSpLocks/>
          </p:cNvCxnSpPr>
          <p:nvPr/>
        </p:nvCxnSpPr>
        <p:spPr>
          <a:xfrm>
            <a:off x="6643687" y="147638"/>
            <a:ext cx="0" cy="865941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69CCCC48-BBEF-3D2B-D8B7-26499D9361EA}"/>
              </a:ext>
            </a:extLst>
          </p:cNvPr>
          <p:cNvCxnSpPr>
            <a:cxnSpLocks/>
          </p:cNvCxnSpPr>
          <p:nvPr/>
        </p:nvCxnSpPr>
        <p:spPr>
          <a:xfrm>
            <a:off x="6686548" y="147638"/>
            <a:ext cx="0" cy="865703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F735464C-437A-7FE4-5ACB-6D5286F8351E}"/>
              </a:ext>
            </a:extLst>
          </p:cNvPr>
          <p:cNvCxnSpPr>
            <a:cxnSpLocks/>
          </p:cNvCxnSpPr>
          <p:nvPr/>
        </p:nvCxnSpPr>
        <p:spPr>
          <a:xfrm>
            <a:off x="6734174" y="147638"/>
            <a:ext cx="0" cy="868561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36DC842E-A8F7-639D-5215-6B95692B6FEE}"/>
              </a:ext>
            </a:extLst>
          </p:cNvPr>
          <p:cNvCxnSpPr>
            <a:cxnSpLocks/>
          </p:cNvCxnSpPr>
          <p:nvPr/>
        </p:nvCxnSpPr>
        <p:spPr>
          <a:xfrm>
            <a:off x="6788943" y="90488"/>
            <a:ext cx="0" cy="875824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B8C2FB3D-49C6-C13F-3088-2B21745CC5E3}"/>
              </a:ext>
            </a:extLst>
          </p:cNvPr>
          <p:cNvCxnSpPr>
            <a:cxnSpLocks/>
          </p:cNvCxnSpPr>
          <p:nvPr/>
        </p:nvCxnSpPr>
        <p:spPr>
          <a:xfrm>
            <a:off x="6831805" y="90488"/>
            <a:ext cx="0" cy="885587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65DD607A-245D-DCB9-F7E4-14F1FE53A133}"/>
              </a:ext>
            </a:extLst>
          </p:cNvPr>
          <p:cNvCxnSpPr>
            <a:cxnSpLocks/>
          </p:cNvCxnSpPr>
          <p:nvPr/>
        </p:nvCxnSpPr>
        <p:spPr>
          <a:xfrm>
            <a:off x="6874668" y="257174"/>
            <a:ext cx="0" cy="864989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BBC64123-91EF-4F24-77F6-4B4DC40DE8DC}"/>
              </a:ext>
            </a:extLst>
          </p:cNvPr>
          <p:cNvCxnSpPr>
            <a:cxnSpLocks/>
          </p:cNvCxnSpPr>
          <p:nvPr/>
        </p:nvCxnSpPr>
        <p:spPr>
          <a:xfrm>
            <a:off x="6931818" y="257174"/>
            <a:ext cx="0" cy="881181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3904C602-6E68-DB53-9C3E-D7B91EB454C0}"/>
              </a:ext>
            </a:extLst>
          </p:cNvPr>
          <p:cNvCxnSpPr>
            <a:cxnSpLocks/>
          </p:cNvCxnSpPr>
          <p:nvPr/>
        </p:nvCxnSpPr>
        <p:spPr>
          <a:xfrm>
            <a:off x="6981824" y="-84654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7316D0F9-992C-F9D6-F0F9-12256B4B4709}"/>
              </a:ext>
            </a:extLst>
          </p:cNvPr>
          <p:cNvCxnSpPr>
            <a:cxnSpLocks/>
          </p:cNvCxnSpPr>
          <p:nvPr/>
        </p:nvCxnSpPr>
        <p:spPr>
          <a:xfrm>
            <a:off x="7043736" y="-87511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2F432C32-0F88-0363-A335-6153FE61753C}"/>
              </a:ext>
            </a:extLst>
          </p:cNvPr>
          <p:cNvCxnSpPr>
            <a:cxnSpLocks/>
          </p:cNvCxnSpPr>
          <p:nvPr/>
        </p:nvCxnSpPr>
        <p:spPr>
          <a:xfrm>
            <a:off x="7086599" y="-68937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190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163401-02E4-5A65-E669-E59D80780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858" y="0"/>
            <a:ext cx="3014283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AA165B3-2B6D-8262-4821-3FB62A64A991}"/>
              </a:ext>
            </a:extLst>
          </p:cNvPr>
          <p:cNvCxnSpPr/>
          <p:nvPr/>
        </p:nvCxnSpPr>
        <p:spPr>
          <a:xfrm>
            <a:off x="2522537" y="4476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5664F13-FC7B-BFEC-D69C-2B1B58F9F81E}"/>
              </a:ext>
            </a:extLst>
          </p:cNvPr>
          <p:cNvCxnSpPr>
            <a:cxnSpLocks/>
          </p:cNvCxnSpPr>
          <p:nvPr/>
        </p:nvCxnSpPr>
        <p:spPr>
          <a:xfrm>
            <a:off x="4907755" y="-39886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11CDCB3-B995-0DA5-47B9-BC4B842F9E7D}"/>
              </a:ext>
            </a:extLst>
          </p:cNvPr>
          <p:cNvCxnSpPr/>
          <p:nvPr/>
        </p:nvCxnSpPr>
        <p:spPr>
          <a:xfrm>
            <a:off x="2687637" y="5016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CFA2BDF-3B9C-EE8E-852B-4D2B9EABC7BB}"/>
              </a:ext>
            </a:extLst>
          </p:cNvPr>
          <p:cNvCxnSpPr/>
          <p:nvPr/>
        </p:nvCxnSpPr>
        <p:spPr>
          <a:xfrm>
            <a:off x="2687637" y="5524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28CB3D9-AFF0-DEF8-6FF3-C65760A6A0DE}"/>
              </a:ext>
            </a:extLst>
          </p:cNvPr>
          <p:cNvCxnSpPr/>
          <p:nvPr/>
        </p:nvCxnSpPr>
        <p:spPr>
          <a:xfrm>
            <a:off x="2687637" y="5905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11B81F7-3023-2B85-2E0F-E8518012DABE}"/>
              </a:ext>
            </a:extLst>
          </p:cNvPr>
          <p:cNvCxnSpPr/>
          <p:nvPr/>
        </p:nvCxnSpPr>
        <p:spPr>
          <a:xfrm>
            <a:off x="2687637" y="6318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7D9A096-4DAE-28F5-218E-84CC283385C4}"/>
              </a:ext>
            </a:extLst>
          </p:cNvPr>
          <p:cNvCxnSpPr/>
          <p:nvPr/>
        </p:nvCxnSpPr>
        <p:spPr>
          <a:xfrm>
            <a:off x="2687637" y="6826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4C05CFD-2774-0330-B4B3-AA8120C21E66}"/>
              </a:ext>
            </a:extLst>
          </p:cNvPr>
          <p:cNvCxnSpPr/>
          <p:nvPr/>
        </p:nvCxnSpPr>
        <p:spPr>
          <a:xfrm>
            <a:off x="2665412" y="7397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FBE960F-ECE8-D8A1-0C0A-354D66FD1F37}"/>
              </a:ext>
            </a:extLst>
          </p:cNvPr>
          <p:cNvCxnSpPr/>
          <p:nvPr/>
        </p:nvCxnSpPr>
        <p:spPr>
          <a:xfrm>
            <a:off x="2687637" y="7842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E854764-B507-D287-4C34-1C6041ADF2AC}"/>
              </a:ext>
            </a:extLst>
          </p:cNvPr>
          <p:cNvCxnSpPr/>
          <p:nvPr/>
        </p:nvCxnSpPr>
        <p:spPr>
          <a:xfrm>
            <a:off x="2687637" y="8318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100B0B6-4C88-F895-914E-A2BEE342C6D7}"/>
              </a:ext>
            </a:extLst>
          </p:cNvPr>
          <p:cNvCxnSpPr/>
          <p:nvPr/>
        </p:nvCxnSpPr>
        <p:spPr>
          <a:xfrm>
            <a:off x="2687637" y="8699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9B3271B-2E70-4E99-69C1-6679BD51932F}"/>
              </a:ext>
            </a:extLst>
          </p:cNvPr>
          <p:cNvCxnSpPr/>
          <p:nvPr/>
        </p:nvCxnSpPr>
        <p:spPr>
          <a:xfrm>
            <a:off x="2617787" y="9302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7B0649C-077F-4F3F-F589-178B81A7C568}"/>
              </a:ext>
            </a:extLst>
          </p:cNvPr>
          <p:cNvCxnSpPr/>
          <p:nvPr/>
        </p:nvCxnSpPr>
        <p:spPr>
          <a:xfrm>
            <a:off x="2617787" y="9715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6948BB5-7A13-5C6E-3C54-0B9DF9A0AA93}"/>
              </a:ext>
            </a:extLst>
          </p:cNvPr>
          <p:cNvCxnSpPr/>
          <p:nvPr/>
        </p:nvCxnSpPr>
        <p:spPr>
          <a:xfrm>
            <a:off x="2717799" y="10072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F722139-BDF8-088F-76C5-CA3031BE9253}"/>
              </a:ext>
            </a:extLst>
          </p:cNvPr>
          <p:cNvCxnSpPr/>
          <p:nvPr/>
        </p:nvCxnSpPr>
        <p:spPr>
          <a:xfrm>
            <a:off x="2031999" y="10548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F15B61E-FCE2-FBCF-C8D0-A45F785B080F}"/>
              </a:ext>
            </a:extLst>
          </p:cNvPr>
          <p:cNvCxnSpPr/>
          <p:nvPr/>
        </p:nvCxnSpPr>
        <p:spPr>
          <a:xfrm>
            <a:off x="2222499" y="11096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92CB17A-D4C5-AC12-F854-EF4E9C7080E4}"/>
              </a:ext>
            </a:extLst>
          </p:cNvPr>
          <p:cNvCxnSpPr/>
          <p:nvPr/>
        </p:nvCxnSpPr>
        <p:spPr>
          <a:xfrm>
            <a:off x="2184399" y="11739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300DAD6-07CA-937A-25B1-0E2C22530081}"/>
              </a:ext>
            </a:extLst>
          </p:cNvPr>
          <p:cNvCxnSpPr/>
          <p:nvPr/>
        </p:nvCxnSpPr>
        <p:spPr>
          <a:xfrm>
            <a:off x="2184399" y="12168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B1CE2E5-900C-634E-6914-80106E3ADDDB}"/>
              </a:ext>
            </a:extLst>
          </p:cNvPr>
          <p:cNvCxnSpPr/>
          <p:nvPr/>
        </p:nvCxnSpPr>
        <p:spPr>
          <a:xfrm>
            <a:off x="2184399" y="12525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C057EB0-6BA6-3DC1-DC7A-AB6B88E6C5CA}"/>
              </a:ext>
            </a:extLst>
          </p:cNvPr>
          <p:cNvCxnSpPr/>
          <p:nvPr/>
        </p:nvCxnSpPr>
        <p:spPr>
          <a:xfrm>
            <a:off x="2184399" y="13096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4C240FA-0B9A-DD30-AA7B-1AF16B1EE7AE}"/>
              </a:ext>
            </a:extLst>
          </p:cNvPr>
          <p:cNvCxnSpPr/>
          <p:nvPr/>
        </p:nvCxnSpPr>
        <p:spPr>
          <a:xfrm>
            <a:off x="2184399" y="13549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5AE1F46-D193-8015-E112-B050E012A9FE}"/>
              </a:ext>
            </a:extLst>
          </p:cNvPr>
          <p:cNvCxnSpPr/>
          <p:nvPr/>
        </p:nvCxnSpPr>
        <p:spPr>
          <a:xfrm>
            <a:off x="2187573" y="14049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92BF00B-18A4-A9CA-ABDA-86057CD6BC36}"/>
              </a:ext>
            </a:extLst>
          </p:cNvPr>
          <p:cNvCxnSpPr/>
          <p:nvPr/>
        </p:nvCxnSpPr>
        <p:spPr>
          <a:xfrm>
            <a:off x="2201861" y="14525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DE81019-2573-5214-FD40-97B686AD085C}"/>
              </a:ext>
            </a:extLst>
          </p:cNvPr>
          <p:cNvCxnSpPr/>
          <p:nvPr/>
        </p:nvCxnSpPr>
        <p:spPr>
          <a:xfrm>
            <a:off x="2374898" y="14906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CB2A0E9-F4AE-1828-964B-B767E8E610A4}"/>
              </a:ext>
            </a:extLst>
          </p:cNvPr>
          <p:cNvCxnSpPr/>
          <p:nvPr/>
        </p:nvCxnSpPr>
        <p:spPr>
          <a:xfrm>
            <a:off x="2369341" y="15335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59D95F3-67FD-6FB5-E1D7-A5A1E71A5EF4}"/>
              </a:ext>
            </a:extLst>
          </p:cNvPr>
          <p:cNvCxnSpPr/>
          <p:nvPr/>
        </p:nvCxnSpPr>
        <p:spPr>
          <a:xfrm>
            <a:off x="2369341" y="15859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60B2FD8-5969-756B-30F9-C91D99C85DA6}"/>
              </a:ext>
            </a:extLst>
          </p:cNvPr>
          <p:cNvCxnSpPr/>
          <p:nvPr/>
        </p:nvCxnSpPr>
        <p:spPr>
          <a:xfrm>
            <a:off x="2369341" y="163830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3F88B63-6C58-B7A9-0DFB-0C264F71D262}"/>
              </a:ext>
            </a:extLst>
          </p:cNvPr>
          <p:cNvCxnSpPr/>
          <p:nvPr/>
        </p:nvCxnSpPr>
        <p:spPr>
          <a:xfrm>
            <a:off x="2351880" y="16835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7441E7A-8DF0-DEAB-EC4F-9711190DDFF9}"/>
              </a:ext>
            </a:extLst>
          </p:cNvPr>
          <p:cNvCxnSpPr/>
          <p:nvPr/>
        </p:nvCxnSpPr>
        <p:spPr>
          <a:xfrm>
            <a:off x="2351880" y="17287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7BE70D2-9597-A3FB-5E29-FD21EE021AAE}"/>
              </a:ext>
            </a:extLst>
          </p:cNvPr>
          <p:cNvCxnSpPr/>
          <p:nvPr/>
        </p:nvCxnSpPr>
        <p:spPr>
          <a:xfrm>
            <a:off x="2351880" y="17740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6387097-7131-6495-222E-6E5846A5B5CE}"/>
              </a:ext>
            </a:extLst>
          </p:cNvPr>
          <p:cNvCxnSpPr/>
          <p:nvPr/>
        </p:nvCxnSpPr>
        <p:spPr>
          <a:xfrm>
            <a:off x="2369341" y="18192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E7ADAFD-C4E6-E70D-E4B5-D1A35028EB60}"/>
              </a:ext>
            </a:extLst>
          </p:cNvPr>
          <p:cNvCxnSpPr/>
          <p:nvPr/>
        </p:nvCxnSpPr>
        <p:spPr>
          <a:xfrm>
            <a:off x="2376485" y="18716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47297A8-3063-C0A0-F179-1AA152281BEE}"/>
              </a:ext>
            </a:extLst>
          </p:cNvPr>
          <p:cNvCxnSpPr/>
          <p:nvPr/>
        </p:nvCxnSpPr>
        <p:spPr>
          <a:xfrm>
            <a:off x="2338385" y="19240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9FC09B5-32DC-1FA9-E9EF-134868B52B05}"/>
              </a:ext>
            </a:extLst>
          </p:cNvPr>
          <p:cNvCxnSpPr/>
          <p:nvPr/>
        </p:nvCxnSpPr>
        <p:spPr>
          <a:xfrm>
            <a:off x="2376485" y="19740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296DFAD-846A-3B71-EE67-51780961DF64}"/>
              </a:ext>
            </a:extLst>
          </p:cNvPr>
          <p:cNvCxnSpPr/>
          <p:nvPr/>
        </p:nvCxnSpPr>
        <p:spPr>
          <a:xfrm>
            <a:off x="2351880" y="20264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9C6CAA41-2DCE-A382-1E3B-6DA74210BCCC}"/>
              </a:ext>
            </a:extLst>
          </p:cNvPr>
          <p:cNvCxnSpPr/>
          <p:nvPr/>
        </p:nvCxnSpPr>
        <p:spPr>
          <a:xfrm>
            <a:off x="1688304" y="20835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512E333-EA2D-B3F5-1883-024127E7D2D9}"/>
              </a:ext>
            </a:extLst>
          </p:cNvPr>
          <p:cNvCxnSpPr/>
          <p:nvPr/>
        </p:nvCxnSpPr>
        <p:spPr>
          <a:xfrm>
            <a:off x="2617787" y="21288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EEB664FD-FE5C-09CF-2309-7C74B60EE69F}"/>
              </a:ext>
            </a:extLst>
          </p:cNvPr>
          <p:cNvCxnSpPr/>
          <p:nvPr/>
        </p:nvCxnSpPr>
        <p:spPr>
          <a:xfrm>
            <a:off x="2201861" y="21693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DFE43CCE-5828-BBA7-475C-8942BC911ACF}"/>
              </a:ext>
            </a:extLst>
          </p:cNvPr>
          <p:cNvCxnSpPr/>
          <p:nvPr/>
        </p:nvCxnSpPr>
        <p:spPr>
          <a:xfrm>
            <a:off x="2351880" y="22169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EF9B165-6DB5-11CC-0358-CF4A0A9EA482}"/>
              </a:ext>
            </a:extLst>
          </p:cNvPr>
          <p:cNvCxnSpPr/>
          <p:nvPr/>
        </p:nvCxnSpPr>
        <p:spPr>
          <a:xfrm>
            <a:off x="2351880" y="22550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C15F230-0EF7-A160-AACD-914CE1DD851C}"/>
              </a:ext>
            </a:extLst>
          </p:cNvPr>
          <p:cNvCxnSpPr/>
          <p:nvPr/>
        </p:nvCxnSpPr>
        <p:spPr>
          <a:xfrm>
            <a:off x="2338385" y="22931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E8256A4-CD1A-DE72-D142-26895D869AF8}"/>
              </a:ext>
            </a:extLst>
          </p:cNvPr>
          <p:cNvCxnSpPr/>
          <p:nvPr/>
        </p:nvCxnSpPr>
        <p:spPr>
          <a:xfrm>
            <a:off x="2351880" y="23431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D33B17F-A13B-2568-3E43-5389E98871F2}"/>
              </a:ext>
            </a:extLst>
          </p:cNvPr>
          <p:cNvCxnSpPr/>
          <p:nvPr/>
        </p:nvCxnSpPr>
        <p:spPr>
          <a:xfrm>
            <a:off x="2351880" y="23907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AF40F44-A3B5-B2A2-96A8-815D5264D42F}"/>
              </a:ext>
            </a:extLst>
          </p:cNvPr>
          <p:cNvCxnSpPr/>
          <p:nvPr/>
        </p:nvCxnSpPr>
        <p:spPr>
          <a:xfrm>
            <a:off x="2351880" y="24431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2CBFA4CA-5F42-0ADF-C7FE-17B822BF8E21}"/>
              </a:ext>
            </a:extLst>
          </p:cNvPr>
          <p:cNvCxnSpPr/>
          <p:nvPr/>
        </p:nvCxnSpPr>
        <p:spPr>
          <a:xfrm>
            <a:off x="2338385" y="25003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3C17863F-8464-051D-88EB-D77EF47082BD}"/>
              </a:ext>
            </a:extLst>
          </p:cNvPr>
          <p:cNvCxnSpPr/>
          <p:nvPr/>
        </p:nvCxnSpPr>
        <p:spPr>
          <a:xfrm>
            <a:off x="2338385" y="25455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3A617094-A829-A26D-D4B0-3121BC5B7C93}"/>
              </a:ext>
            </a:extLst>
          </p:cNvPr>
          <p:cNvCxnSpPr/>
          <p:nvPr/>
        </p:nvCxnSpPr>
        <p:spPr>
          <a:xfrm>
            <a:off x="2312191" y="25907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7BA7DAB9-9608-6370-EA69-E787078F1FCA}"/>
              </a:ext>
            </a:extLst>
          </p:cNvPr>
          <p:cNvCxnSpPr/>
          <p:nvPr/>
        </p:nvCxnSpPr>
        <p:spPr>
          <a:xfrm>
            <a:off x="2369341" y="26455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D9B1514-8594-A7AD-3941-2E8B2953F1F7}"/>
              </a:ext>
            </a:extLst>
          </p:cNvPr>
          <p:cNvCxnSpPr/>
          <p:nvPr/>
        </p:nvCxnSpPr>
        <p:spPr>
          <a:xfrm>
            <a:off x="2312191" y="26884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1CB85A9-4736-4C17-7231-0C47F0CE2C05}"/>
              </a:ext>
            </a:extLst>
          </p:cNvPr>
          <p:cNvCxnSpPr/>
          <p:nvPr/>
        </p:nvCxnSpPr>
        <p:spPr>
          <a:xfrm>
            <a:off x="2273299" y="27312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DFD26966-24D0-C71B-9A05-D5A2BE309D82}"/>
              </a:ext>
            </a:extLst>
          </p:cNvPr>
          <p:cNvCxnSpPr/>
          <p:nvPr/>
        </p:nvCxnSpPr>
        <p:spPr>
          <a:xfrm>
            <a:off x="2246310" y="27789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66E16D9C-3920-E945-2878-001E19882AAA}"/>
              </a:ext>
            </a:extLst>
          </p:cNvPr>
          <p:cNvCxnSpPr/>
          <p:nvPr/>
        </p:nvCxnSpPr>
        <p:spPr>
          <a:xfrm>
            <a:off x="2336004" y="28289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D214CAA-EA3E-0498-BFE8-E1BFD2110922}"/>
              </a:ext>
            </a:extLst>
          </p:cNvPr>
          <p:cNvCxnSpPr/>
          <p:nvPr/>
        </p:nvCxnSpPr>
        <p:spPr>
          <a:xfrm>
            <a:off x="2302666" y="28717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2698934-51C6-2C9E-1368-7A2DD22035D6}"/>
              </a:ext>
            </a:extLst>
          </p:cNvPr>
          <p:cNvCxnSpPr/>
          <p:nvPr/>
        </p:nvCxnSpPr>
        <p:spPr>
          <a:xfrm>
            <a:off x="2246310" y="29313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7F3DF97F-7FAE-CD83-CE39-460FC8D9E55A}"/>
              </a:ext>
            </a:extLst>
          </p:cNvPr>
          <p:cNvCxnSpPr/>
          <p:nvPr/>
        </p:nvCxnSpPr>
        <p:spPr>
          <a:xfrm>
            <a:off x="2336004" y="29813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F9A52DB-E9B2-0826-FDE7-306A57CA0A8A}"/>
              </a:ext>
            </a:extLst>
          </p:cNvPr>
          <p:cNvCxnSpPr/>
          <p:nvPr/>
        </p:nvCxnSpPr>
        <p:spPr>
          <a:xfrm>
            <a:off x="2302666" y="30265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F0F9DF48-4B6F-22A5-4ADD-43E4C6D93EEB}"/>
              </a:ext>
            </a:extLst>
          </p:cNvPr>
          <p:cNvCxnSpPr/>
          <p:nvPr/>
        </p:nvCxnSpPr>
        <p:spPr>
          <a:xfrm>
            <a:off x="2382040" y="30694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19F97A5-6252-24EB-0B69-4929E5F5A15D}"/>
              </a:ext>
            </a:extLst>
          </p:cNvPr>
          <p:cNvCxnSpPr/>
          <p:nvPr/>
        </p:nvCxnSpPr>
        <p:spPr>
          <a:xfrm>
            <a:off x="2432840" y="31146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B5F763F-5AC6-BEE8-A47B-422E0EB1483D}"/>
              </a:ext>
            </a:extLst>
          </p:cNvPr>
          <p:cNvCxnSpPr/>
          <p:nvPr/>
        </p:nvCxnSpPr>
        <p:spPr>
          <a:xfrm>
            <a:off x="2456653" y="31599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3D527B8D-A815-6F33-EDD3-BDAB4C3A1D71}"/>
              </a:ext>
            </a:extLst>
          </p:cNvPr>
          <p:cNvCxnSpPr/>
          <p:nvPr/>
        </p:nvCxnSpPr>
        <p:spPr>
          <a:xfrm>
            <a:off x="2451095" y="330517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427E5947-8BE4-1B0F-A129-6C6D389EEFCA}"/>
              </a:ext>
            </a:extLst>
          </p:cNvPr>
          <p:cNvCxnSpPr/>
          <p:nvPr/>
        </p:nvCxnSpPr>
        <p:spPr>
          <a:xfrm>
            <a:off x="2456653" y="32575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05383BC-0EC0-2748-34EF-53FAC435E161}"/>
              </a:ext>
            </a:extLst>
          </p:cNvPr>
          <p:cNvCxnSpPr/>
          <p:nvPr/>
        </p:nvCxnSpPr>
        <p:spPr>
          <a:xfrm>
            <a:off x="2453478" y="32170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4C1B19A7-E21A-2CEB-12D8-E546E5EF7587}"/>
              </a:ext>
            </a:extLst>
          </p:cNvPr>
          <p:cNvCxnSpPr/>
          <p:nvPr/>
        </p:nvCxnSpPr>
        <p:spPr>
          <a:xfrm>
            <a:off x="2522537" y="33504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E2D27A8A-33CD-B661-2BDA-355ECD12D5AA}"/>
              </a:ext>
            </a:extLst>
          </p:cNvPr>
          <p:cNvCxnSpPr/>
          <p:nvPr/>
        </p:nvCxnSpPr>
        <p:spPr>
          <a:xfrm>
            <a:off x="2592382" y="34004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7889DE7-FF42-22D7-DAC2-413840D3C30C}"/>
              </a:ext>
            </a:extLst>
          </p:cNvPr>
          <p:cNvCxnSpPr/>
          <p:nvPr/>
        </p:nvCxnSpPr>
        <p:spPr>
          <a:xfrm>
            <a:off x="2515387" y="34551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91E7A470-9988-13F6-A321-DD4EBFF47459}"/>
              </a:ext>
            </a:extLst>
          </p:cNvPr>
          <p:cNvCxnSpPr/>
          <p:nvPr/>
        </p:nvCxnSpPr>
        <p:spPr>
          <a:xfrm>
            <a:off x="2665412" y="34980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65C042B9-6A1D-582F-943E-58E50B7D4AC8}"/>
              </a:ext>
            </a:extLst>
          </p:cNvPr>
          <p:cNvCxnSpPr/>
          <p:nvPr/>
        </p:nvCxnSpPr>
        <p:spPr>
          <a:xfrm>
            <a:off x="2661436" y="35409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CB7B227F-0316-D9CB-0DD6-BBE1966F0676}"/>
              </a:ext>
            </a:extLst>
          </p:cNvPr>
          <p:cNvCxnSpPr/>
          <p:nvPr/>
        </p:nvCxnSpPr>
        <p:spPr>
          <a:xfrm>
            <a:off x="2687637" y="35980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EC60C408-C23F-EE1B-793A-FECCADA4E767}"/>
              </a:ext>
            </a:extLst>
          </p:cNvPr>
          <p:cNvCxnSpPr/>
          <p:nvPr/>
        </p:nvCxnSpPr>
        <p:spPr>
          <a:xfrm>
            <a:off x="2687637" y="36409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8157FED-141B-8BB2-4413-BCC49EF65B6B}"/>
              </a:ext>
            </a:extLst>
          </p:cNvPr>
          <p:cNvCxnSpPr/>
          <p:nvPr/>
        </p:nvCxnSpPr>
        <p:spPr>
          <a:xfrm>
            <a:off x="2674136" y="36885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0F5AE643-5093-96D7-1DD3-601EA47D5901}"/>
              </a:ext>
            </a:extLst>
          </p:cNvPr>
          <p:cNvCxnSpPr/>
          <p:nvPr/>
        </p:nvCxnSpPr>
        <p:spPr>
          <a:xfrm>
            <a:off x="2674136" y="37409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44BC6608-D729-FCF5-1501-16902261C3CE}"/>
              </a:ext>
            </a:extLst>
          </p:cNvPr>
          <p:cNvCxnSpPr/>
          <p:nvPr/>
        </p:nvCxnSpPr>
        <p:spPr>
          <a:xfrm>
            <a:off x="2717799" y="37933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8CAFF6F0-AAE6-2693-3F19-31E1436095A7}"/>
              </a:ext>
            </a:extLst>
          </p:cNvPr>
          <p:cNvCxnSpPr/>
          <p:nvPr/>
        </p:nvCxnSpPr>
        <p:spPr>
          <a:xfrm>
            <a:off x="2674136" y="38409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C5323E0-8BA1-EF8E-DA30-8D018DF731D9}"/>
              </a:ext>
            </a:extLst>
          </p:cNvPr>
          <p:cNvCxnSpPr/>
          <p:nvPr/>
        </p:nvCxnSpPr>
        <p:spPr>
          <a:xfrm>
            <a:off x="2960681" y="388143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1018E08F-475E-51BE-4BB5-089A3C6DCAA3}"/>
              </a:ext>
            </a:extLst>
          </p:cNvPr>
          <p:cNvCxnSpPr/>
          <p:nvPr/>
        </p:nvCxnSpPr>
        <p:spPr>
          <a:xfrm>
            <a:off x="2674136" y="393382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25CBE526-D129-7FBF-5F29-E8109AB3C51A}"/>
              </a:ext>
            </a:extLst>
          </p:cNvPr>
          <p:cNvCxnSpPr/>
          <p:nvPr/>
        </p:nvCxnSpPr>
        <p:spPr>
          <a:xfrm>
            <a:off x="2617787" y="39790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C4269513-F412-E1B1-2066-297FF1AF77EA}"/>
              </a:ext>
            </a:extLst>
          </p:cNvPr>
          <p:cNvCxnSpPr/>
          <p:nvPr/>
        </p:nvCxnSpPr>
        <p:spPr>
          <a:xfrm>
            <a:off x="2661436" y="40219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5748A85B-A9ED-86A5-16BD-732B316A8F8B}"/>
              </a:ext>
            </a:extLst>
          </p:cNvPr>
          <p:cNvCxnSpPr/>
          <p:nvPr/>
        </p:nvCxnSpPr>
        <p:spPr>
          <a:xfrm>
            <a:off x="2641593" y="40671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D287BAB7-30F4-7C14-0A59-C03874A125DF}"/>
              </a:ext>
            </a:extLst>
          </p:cNvPr>
          <p:cNvCxnSpPr/>
          <p:nvPr/>
        </p:nvCxnSpPr>
        <p:spPr>
          <a:xfrm>
            <a:off x="2661436" y="41219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53CA259-6288-9B2E-47C1-B7CFA619B676}"/>
              </a:ext>
            </a:extLst>
          </p:cNvPr>
          <p:cNvCxnSpPr/>
          <p:nvPr/>
        </p:nvCxnSpPr>
        <p:spPr>
          <a:xfrm>
            <a:off x="2641593" y="416480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BC8545DC-39DA-270A-6007-C8BA48104FF2}"/>
              </a:ext>
            </a:extLst>
          </p:cNvPr>
          <p:cNvCxnSpPr/>
          <p:nvPr/>
        </p:nvCxnSpPr>
        <p:spPr>
          <a:xfrm>
            <a:off x="2772562" y="42100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4BB047A5-5285-A56D-D7EE-A5F77CDD8D58}"/>
              </a:ext>
            </a:extLst>
          </p:cNvPr>
          <p:cNvCxnSpPr/>
          <p:nvPr/>
        </p:nvCxnSpPr>
        <p:spPr>
          <a:xfrm>
            <a:off x="2772562" y="425767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05C4FA66-D9AF-1878-144B-170C40584F06}"/>
              </a:ext>
            </a:extLst>
          </p:cNvPr>
          <p:cNvCxnSpPr/>
          <p:nvPr/>
        </p:nvCxnSpPr>
        <p:spPr>
          <a:xfrm>
            <a:off x="2801137" y="430767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461158C-F40F-B35E-85CA-7690DBBEB9B1}"/>
              </a:ext>
            </a:extLst>
          </p:cNvPr>
          <p:cNvCxnSpPr/>
          <p:nvPr/>
        </p:nvCxnSpPr>
        <p:spPr>
          <a:xfrm>
            <a:off x="2801137" y="435530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88BE6D90-363D-98BE-3F03-FDA1131674E1}"/>
              </a:ext>
            </a:extLst>
          </p:cNvPr>
          <p:cNvCxnSpPr/>
          <p:nvPr/>
        </p:nvCxnSpPr>
        <p:spPr>
          <a:xfrm>
            <a:off x="2772562" y="44029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2B1D93A3-4B3E-AA15-5077-1D1D2E944A75}"/>
              </a:ext>
            </a:extLst>
          </p:cNvPr>
          <p:cNvCxnSpPr/>
          <p:nvPr/>
        </p:nvCxnSpPr>
        <p:spPr>
          <a:xfrm>
            <a:off x="2801137" y="445055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D719C2A6-8804-A5DF-1D84-396AE5A568F7}"/>
              </a:ext>
            </a:extLst>
          </p:cNvPr>
          <p:cNvCxnSpPr/>
          <p:nvPr/>
        </p:nvCxnSpPr>
        <p:spPr>
          <a:xfrm>
            <a:off x="2801137" y="449817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0707627A-64E8-FBFC-3FBC-4A4A5A20AD93}"/>
              </a:ext>
            </a:extLst>
          </p:cNvPr>
          <p:cNvCxnSpPr/>
          <p:nvPr/>
        </p:nvCxnSpPr>
        <p:spPr>
          <a:xfrm>
            <a:off x="2801137" y="454818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4064BCE2-D555-EB7B-9B64-6FF306C1358D}"/>
              </a:ext>
            </a:extLst>
          </p:cNvPr>
          <p:cNvCxnSpPr/>
          <p:nvPr/>
        </p:nvCxnSpPr>
        <p:spPr>
          <a:xfrm>
            <a:off x="2743987" y="45934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3FFC5325-C0CA-E1F1-636B-0671F64CB6DF}"/>
              </a:ext>
            </a:extLst>
          </p:cNvPr>
          <p:cNvCxnSpPr/>
          <p:nvPr/>
        </p:nvCxnSpPr>
        <p:spPr>
          <a:xfrm>
            <a:off x="2772562" y="46386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DA9D7176-D679-1F39-C5B0-B28F116876E4}"/>
              </a:ext>
            </a:extLst>
          </p:cNvPr>
          <p:cNvCxnSpPr/>
          <p:nvPr/>
        </p:nvCxnSpPr>
        <p:spPr>
          <a:xfrm>
            <a:off x="2894006" y="469106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00DE30C5-F627-3922-E828-972CFA1B77E0}"/>
              </a:ext>
            </a:extLst>
          </p:cNvPr>
          <p:cNvCxnSpPr/>
          <p:nvPr/>
        </p:nvCxnSpPr>
        <p:spPr>
          <a:xfrm>
            <a:off x="2785255" y="47458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52F71231-8CAA-FC0F-9BB6-36EE630B38CE}"/>
              </a:ext>
            </a:extLst>
          </p:cNvPr>
          <p:cNvCxnSpPr/>
          <p:nvPr/>
        </p:nvCxnSpPr>
        <p:spPr>
          <a:xfrm>
            <a:off x="2743987" y="479345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F3870271-5FE2-82EE-445A-BBC801D938B1}"/>
              </a:ext>
            </a:extLst>
          </p:cNvPr>
          <p:cNvCxnSpPr/>
          <p:nvPr/>
        </p:nvCxnSpPr>
        <p:spPr>
          <a:xfrm>
            <a:off x="2687637" y="483869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DAE52091-4DF5-6EFC-7868-9CB82927DCDA}"/>
              </a:ext>
            </a:extLst>
          </p:cNvPr>
          <p:cNvCxnSpPr/>
          <p:nvPr/>
        </p:nvCxnSpPr>
        <p:spPr>
          <a:xfrm>
            <a:off x="2742393" y="488156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CC56ABF7-5D78-7AD4-DA52-DDB0F66A6714}"/>
              </a:ext>
            </a:extLst>
          </p:cNvPr>
          <p:cNvCxnSpPr/>
          <p:nvPr/>
        </p:nvCxnSpPr>
        <p:spPr>
          <a:xfrm>
            <a:off x="2785255" y="49291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4D340590-C4E7-080A-EE7C-D1920A1A1608}"/>
              </a:ext>
            </a:extLst>
          </p:cNvPr>
          <p:cNvCxnSpPr/>
          <p:nvPr/>
        </p:nvCxnSpPr>
        <p:spPr>
          <a:xfrm>
            <a:off x="2559042" y="49720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5BC37208-32BA-8EBB-7EB3-A2F401F8A163}"/>
              </a:ext>
            </a:extLst>
          </p:cNvPr>
          <p:cNvCxnSpPr/>
          <p:nvPr/>
        </p:nvCxnSpPr>
        <p:spPr>
          <a:xfrm>
            <a:off x="2695566" y="506967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4C1686A-F0E7-E5AB-D122-87328F3543D1}"/>
              </a:ext>
            </a:extLst>
          </p:cNvPr>
          <p:cNvCxnSpPr/>
          <p:nvPr/>
        </p:nvCxnSpPr>
        <p:spPr>
          <a:xfrm>
            <a:off x="2690803" y="50196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41207D8F-C6B3-6BD0-3D9A-C8CE0196431F}"/>
              </a:ext>
            </a:extLst>
          </p:cNvPr>
          <p:cNvCxnSpPr/>
          <p:nvPr/>
        </p:nvCxnSpPr>
        <p:spPr>
          <a:xfrm>
            <a:off x="2742393" y="51101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78A4F548-8DB0-63D2-8699-407D09E979CC}"/>
              </a:ext>
            </a:extLst>
          </p:cNvPr>
          <p:cNvCxnSpPr/>
          <p:nvPr/>
        </p:nvCxnSpPr>
        <p:spPr>
          <a:xfrm>
            <a:off x="2687637" y="51625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CACCB5F7-5497-43E9-7667-96A1206C851C}"/>
              </a:ext>
            </a:extLst>
          </p:cNvPr>
          <p:cNvCxnSpPr/>
          <p:nvPr/>
        </p:nvCxnSpPr>
        <p:spPr>
          <a:xfrm>
            <a:off x="2661436" y="52173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405C05F4-EB62-479F-17E9-BA1AF5C37F73}"/>
              </a:ext>
            </a:extLst>
          </p:cNvPr>
          <p:cNvCxnSpPr/>
          <p:nvPr/>
        </p:nvCxnSpPr>
        <p:spPr>
          <a:xfrm>
            <a:off x="2674113" y="526732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F5FE3A54-7EC6-5978-F88E-73B4405751DF}"/>
              </a:ext>
            </a:extLst>
          </p:cNvPr>
          <p:cNvCxnSpPr/>
          <p:nvPr/>
        </p:nvCxnSpPr>
        <p:spPr>
          <a:xfrm>
            <a:off x="2637608" y="530542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571DDEC-2FF8-71AB-D8BD-878543225DBE}"/>
              </a:ext>
            </a:extLst>
          </p:cNvPr>
          <p:cNvCxnSpPr/>
          <p:nvPr/>
        </p:nvCxnSpPr>
        <p:spPr>
          <a:xfrm>
            <a:off x="2661436" y="53530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729AC4D4-F6EC-FFFC-9F19-C4F0433860CA}"/>
              </a:ext>
            </a:extLst>
          </p:cNvPr>
          <p:cNvCxnSpPr/>
          <p:nvPr/>
        </p:nvCxnSpPr>
        <p:spPr>
          <a:xfrm>
            <a:off x="2656652" y="540305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BDD4DA35-8B98-229F-BB6E-350F0B3F15AA}"/>
              </a:ext>
            </a:extLst>
          </p:cNvPr>
          <p:cNvCxnSpPr/>
          <p:nvPr/>
        </p:nvCxnSpPr>
        <p:spPr>
          <a:xfrm>
            <a:off x="2592382" y="545782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48C7674-11C0-BF83-4F55-DD6A695D040E}"/>
              </a:ext>
            </a:extLst>
          </p:cNvPr>
          <p:cNvCxnSpPr/>
          <p:nvPr/>
        </p:nvCxnSpPr>
        <p:spPr>
          <a:xfrm>
            <a:off x="2637608" y="549830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C06FC745-0A3B-0C1C-8DB9-7964B40B806A}"/>
              </a:ext>
            </a:extLst>
          </p:cNvPr>
          <p:cNvCxnSpPr/>
          <p:nvPr/>
        </p:nvCxnSpPr>
        <p:spPr>
          <a:xfrm>
            <a:off x="2665412" y="5548311"/>
            <a:ext cx="7448550" cy="0"/>
          </a:xfrm>
          <a:prstGeom prst="line">
            <a:avLst/>
          </a:prstGeom>
          <a:ln w="3175">
            <a:solidFill>
              <a:srgbClr val="3524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9D8A30F3-FCA9-5902-C42C-62ECEF3EDB42}"/>
              </a:ext>
            </a:extLst>
          </p:cNvPr>
          <p:cNvCxnSpPr/>
          <p:nvPr/>
        </p:nvCxnSpPr>
        <p:spPr>
          <a:xfrm>
            <a:off x="2656652" y="55983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2CF94235-1188-CE1A-6514-E7CC8F31A678}"/>
              </a:ext>
            </a:extLst>
          </p:cNvPr>
          <p:cNvCxnSpPr/>
          <p:nvPr/>
        </p:nvCxnSpPr>
        <p:spPr>
          <a:xfrm>
            <a:off x="2376485" y="565070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2534FE35-9908-8F8C-8DEE-6BB553C0F895}"/>
              </a:ext>
            </a:extLst>
          </p:cNvPr>
          <p:cNvCxnSpPr/>
          <p:nvPr/>
        </p:nvCxnSpPr>
        <p:spPr>
          <a:xfrm>
            <a:off x="2376485" y="569356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B2C00FD9-977D-174E-F85F-766DCD8800F4}"/>
              </a:ext>
            </a:extLst>
          </p:cNvPr>
          <p:cNvCxnSpPr/>
          <p:nvPr/>
        </p:nvCxnSpPr>
        <p:spPr>
          <a:xfrm>
            <a:off x="2409026" y="574119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623DB8B9-BF34-DA12-41A9-5AD48CAB3D3C}"/>
              </a:ext>
            </a:extLst>
          </p:cNvPr>
          <p:cNvCxnSpPr/>
          <p:nvPr/>
        </p:nvCxnSpPr>
        <p:spPr>
          <a:xfrm>
            <a:off x="2409026" y="578881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CCB7C02E-7A6A-3B9F-F636-9BA51B965D1C}"/>
              </a:ext>
            </a:extLst>
          </p:cNvPr>
          <p:cNvCxnSpPr/>
          <p:nvPr/>
        </p:nvCxnSpPr>
        <p:spPr>
          <a:xfrm>
            <a:off x="2336004" y="582929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97F7B210-17E5-828F-36BE-F6B7F893144B}"/>
              </a:ext>
            </a:extLst>
          </p:cNvPr>
          <p:cNvCxnSpPr/>
          <p:nvPr/>
        </p:nvCxnSpPr>
        <p:spPr>
          <a:xfrm>
            <a:off x="2352669" y="587930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35FCEDFC-0F55-35A4-AF3A-718DBCB63CC6}"/>
              </a:ext>
            </a:extLst>
          </p:cNvPr>
          <p:cNvCxnSpPr/>
          <p:nvPr/>
        </p:nvCxnSpPr>
        <p:spPr>
          <a:xfrm>
            <a:off x="2432840" y="596740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6FA6C01F-2AAD-7927-3311-29F9365046B7}"/>
              </a:ext>
            </a:extLst>
          </p:cNvPr>
          <p:cNvCxnSpPr/>
          <p:nvPr/>
        </p:nvCxnSpPr>
        <p:spPr>
          <a:xfrm>
            <a:off x="2409026" y="601503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FB9C648-46DD-7F2E-7A61-9AF5A3EF2797}"/>
              </a:ext>
            </a:extLst>
          </p:cNvPr>
          <p:cNvCxnSpPr/>
          <p:nvPr/>
        </p:nvCxnSpPr>
        <p:spPr>
          <a:xfrm>
            <a:off x="1982782" y="591740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3B92AD6B-73E9-A526-F397-6F577D67CFF5}"/>
              </a:ext>
            </a:extLst>
          </p:cNvPr>
          <p:cNvCxnSpPr/>
          <p:nvPr/>
        </p:nvCxnSpPr>
        <p:spPr>
          <a:xfrm>
            <a:off x="2161376" y="60650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7E69C8BA-24AF-11BC-F765-6A5E5B6A1875}"/>
              </a:ext>
            </a:extLst>
          </p:cNvPr>
          <p:cNvCxnSpPr/>
          <p:nvPr/>
        </p:nvCxnSpPr>
        <p:spPr>
          <a:xfrm>
            <a:off x="2104226" y="612933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07A75B3-C695-0802-1499-5D1D93451496}"/>
              </a:ext>
            </a:extLst>
          </p:cNvPr>
          <p:cNvCxnSpPr/>
          <p:nvPr/>
        </p:nvCxnSpPr>
        <p:spPr>
          <a:xfrm>
            <a:off x="2104226" y="61698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2E1221CF-B1C8-364E-E57A-17ADF7D7D274}"/>
              </a:ext>
            </a:extLst>
          </p:cNvPr>
          <p:cNvCxnSpPr/>
          <p:nvPr/>
        </p:nvCxnSpPr>
        <p:spPr>
          <a:xfrm>
            <a:off x="2080413" y="621029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5E5EB226-FB62-8BD3-CC31-AD84D19D63D7}"/>
              </a:ext>
            </a:extLst>
          </p:cNvPr>
          <p:cNvCxnSpPr/>
          <p:nvPr/>
        </p:nvCxnSpPr>
        <p:spPr>
          <a:xfrm>
            <a:off x="2104226" y="62555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B9AD8403-28E9-52ED-3FFE-1136C3DDCBB3}"/>
              </a:ext>
            </a:extLst>
          </p:cNvPr>
          <p:cNvCxnSpPr/>
          <p:nvPr/>
        </p:nvCxnSpPr>
        <p:spPr>
          <a:xfrm>
            <a:off x="2058982" y="63079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E2B3CD88-5377-9714-5EEA-58889F4B4DFA}"/>
              </a:ext>
            </a:extLst>
          </p:cNvPr>
          <p:cNvCxnSpPr/>
          <p:nvPr/>
        </p:nvCxnSpPr>
        <p:spPr>
          <a:xfrm>
            <a:off x="2080413" y="635555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8A9B7A3C-0C24-ED8F-2067-88F53FF00537}"/>
              </a:ext>
            </a:extLst>
          </p:cNvPr>
          <p:cNvCxnSpPr>
            <a:cxnSpLocks/>
          </p:cNvCxnSpPr>
          <p:nvPr/>
        </p:nvCxnSpPr>
        <p:spPr>
          <a:xfrm>
            <a:off x="4955380" y="-26789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F5C4789C-1BAC-3370-960E-F39FCEEDF0E4}"/>
              </a:ext>
            </a:extLst>
          </p:cNvPr>
          <p:cNvCxnSpPr>
            <a:cxnSpLocks/>
          </p:cNvCxnSpPr>
          <p:nvPr/>
        </p:nvCxnSpPr>
        <p:spPr>
          <a:xfrm>
            <a:off x="5003005" y="-248845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512C4341-4BFE-F0EB-BA23-EF8E1D053D45}"/>
              </a:ext>
            </a:extLst>
          </p:cNvPr>
          <p:cNvCxnSpPr>
            <a:cxnSpLocks/>
          </p:cNvCxnSpPr>
          <p:nvPr/>
        </p:nvCxnSpPr>
        <p:spPr>
          <a:xfrm>
            <a:off x="5050630" y="-24884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00BA93A1-6A71-F777-4234-620320A8FB3C}"/>
              </a:ext>
            </a:extLst>
          </p:cNvPr>
          <p:cNvCxnSpPr>
            <a:cxnSpLocks/>
          </p:cNvCxnSpPr>
          <p:nvPr/>
        </p:nvCxnSpPr>
        <p:spPr>
          <a:xfrm>
            <a:off x="5095874" y="-24884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211F3677-58C9-5C66-A24B-4068E019CC02}"/>
              </a:ext>
            </a:extLst>
          </p:cNvPr>
          <p:cNvCxnSpPr>
            <a:cxnSpLocks/>
          </p:cNvCxnSpPr>
          <p:nvPr/>
        </p:nvCxnSpPr>
        <p:spPr>
          <a:xfrm>
            <a:off x="5138736" y="-22979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06C68D18-02B5-ED10-A536-3DD1613D9A77}"/>
              </a:ext>
            </a:extLst>
          </p:cNvPr>
          <p:cNvCxnSpPr>
            <a:cxnSpLocks/>
          </p:cNvCxnSpPr>
          <p:nvPr/>
        </p:nvCxnSpPr>
        <p:spPr>
          <a:xfrm>
            <a:off x="5186361" y="-26075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51DA3549-82F0-C747-3439-F5C78DAE431E}"/>
              </a:ext>
            </a:extLst>
          </p:cNvPr>
          <p:cNvCxnSpPr>
            <a:cxnSpLocks/>
          </p:cNvCxnSpPr>
          <p:nvPr/>
        </p:nvCxnSpPr>
        <p:spPr>
          <a:xfrm>
            <a:off x="5236367" y="-26075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7F70D155-2731-F771-8B4E-090ACEB66916}"/>
              </a:ext>
            </a:extLst>
          </p:cNvPr>
          <p:cNvCxnSpPr>
            <a:cxnSpLocks/>
          </p:cNvCxnSpPr>
          <p:nvPr/>
        </p:nvCxnSpPr>
        <p:spPr>
          <a:xfrm>
            <a:off x="5291136" y="-22980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0898A2D0-2E19-3841-52DB-72313763A2A8}"/>
              </a:ext>
            </a:extLst>
          </p:cNvPr>
          <p:cNvCxnSpPr>
            <a:cxnSpLocks/>
          </p:cNvCxnSpPr>
          <p:nvPr/>
        </p:nvCxnSpPr>
        <p:spPr>
          <a:xfrm>
            <a:off x="5333998" y="-22980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12C10987-F0D2-ECF3-42E5-A5AC393AC64B}"/>
              </a:ext>
            </a:extLst>
          </p:cNvPr>
          <p:cNvCxnSpPr>
            <a:cxnSpLocks/>
          </p:cNvCxnSpPr>
          <p:nvPr/>
        </p:nvCxnSpPr>
        <p:spPr>
          <a:xfrm>
            <a:off x="5381623" y="-26075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E2900803-A3A9-AF05-B004-2DBEE0848968}"/>
              </a:ext>
            </a:extLst>
          </p:cNvPr>
          <p:cNvCxnSpPr>
            <a:cxnSpLocks/>
          </p:cNvCxnSpPr>
          <p:nvPr/>
        </p:nvCxnSpPr>
        <p:spPr>
          <a:xfrm>
            <a:off x="5431630" y="-25837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A168A370-3152-67A8-CF0B-D8B529110990}"/>
              </a:ext>
            </a:extLst>
          </p:cNvPr>
          <p:cNvCxnSpPr>
            <a:cxnSpLocks/>
          </p:cNvCxnSpPr>
          <p:nvPr/>
        </p:nvCxnSpPr>
        <p:spPr>
          <a:xfrm>
            <a:off x="5479255" y="-12502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75D1AA96-9514-13E2-4480-EF12EE850009}"/>
              </a:ext>
            </a:extLst>
          </p:cNvPr>
          <p:cNvCxnSpPr>
            <a:cxnSpLocks/>
          </p:cNvCxnSpPr>
          <p:nvPr/>
        </p:nvCxnSpPr>
        <p:spPr>
          <a:xfrm>
            <a:off x="5517355" y="-9883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72BAF847-6640-2334-C2CB-F0BD299260EB}"/>
              </a:ext>
            </a:extLst>
          </p:cNvPr>
          <p:cNvCxnSpPr>
            <a:cxnSpLocks/>
          </p:cNvCxnSpPr>
          <p:nvPr/>
        </p:nvCxnSpPr>
        <p:spPr>
          <a:xfrm>
            <a:off x="5560217" y="-9883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6EE46253-BB49-A16F-A425-F614514EE959}"/>
              </a:ext>
            </a:extLst>
          </p:cNvPr>
          <p:cNvCxnSpPr>
            <a:cxnSpLocks/>
          </p:cNvCxnSpPr>
          <p:nvPr/>
        </p:nvCxnSpPr>
        <p:spPr>
          <a:xfrm>
            <a:off x="5610223" y="-9883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FBE6C386-0D51-B30E-FA83-4DCB40D486A3}"/>
              </a:ext>
            </a:extLst>
          </p:cNvPr>
          <p:cNvCxnSpPr>
            <a:cxnSpLocks/>
          </p:cNvCxnSpPr>
          <p:nvPr/>
        </p:nvCxnSpPr>
        <p:spPr>
          <a:xfrm>
            <a:off x="5660230" y="-12502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9A3DFC50-884D-511B-6342-BA84AADB5326}"/>
              </a:ext>
            </a:extLst>
          </p:cNvPr>
          <p:cNvCxnSpPr>
            <a:cxnSpLocks/>
          </p:cNvCxnSpPr>
          <p:nvPr/>
        </p:nvCxnSpPr>
        <p:spPr>
          <a:xfrm>
            <a:off x="5718164" y="-8692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7A8A54D5-34B5-AB41-9292-13F6A7A4FC55}"/>
              </a:ext>
            </a:extLst>
          </p:cNvPr>
          <p:cNvCxnSpPr>
            <a:cxnSpLocks/>
          </p:cNvCxnSpPr>
          <p:nvPr/>
        </p:nvCxnSpPr>
        <p:spPr>
          <a:xfrm>
            <a:off x="5756274" y="-8692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1157177-2F67-5867-7243-E41F17F55053}"/>
              </a:ext>
            </a:extLst>
          </p:cNvPr>
          <p:cNvCxnSpPr>
            <a:cxnSpLocks/>
          </p:cNvCxnSpPr>
          <p:nvPr/>
        </p:nvCxnSpPr>
        <p:spPr>
          <a:xfrm>
            <a:off x="5804688" y="-10597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B6958B49-4DC3-C986-A423-C8FC1DC042C6}"/>
              </a:ext>
            </a:extLst>
          </p:cNvPr>
          <p:cNvCxnSpPr>
            <a:cxnSpLocks/>
          </p:cNvCxnSpPr>
          <p:nvPr/>
        </p:nvCxnSpPr>
        <p:spPr>
          <a:xfrm>
            <a:off x="5850730" y="-6310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0E9AD585-F4F1-410F-B9F5-15175897B0A1}"/>
              </a:ext>
            </a:extLst>
          </p:cNvPr>
          <p:cNvCxnSpPr>
            <a:cxnSpLocks/>
          </p:cNvCxnSpPr>
          <p:nvPr/>
        </p:nvCxnSpPr>
        <p:spPr>
          <a:xfrm>
            <a:off x="5894375" y="-8692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16C36DB1-C709-660F-B87F-6CF55A71946F}"/>
              </a:ext>
            </a:extLst>
          </p:cNvPr>
          <p:cNvCxnSpPr>
            <a:cxnSpLocks/>
          </p:cNvCxnSpPr>
          <p:nvPr/>
        </p:nvCxnSpPr>
        <p:spPr>
          <a:xfrm>
            <a:off x="5946773" y="-5120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8FFF9B2-4C58-35D5-9D40-E85C30A7B4BB}"/>
              </a:ext>
            </a:extLst>
          </p:cNvPr>
          <p:cNvCxnSpPr>
            <a:cxnSpLocks/>
          </p:cNvCxnSpPr>
          <p:nvPr/>
        </p:nvCxnSpPr>
        <p:spPr>
          <a:xfrm>
            <a:off x="5997574" y="-6310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8D1AE8D2-67D2-B515-8730-DF8CC835ECE5}"/>
              </a:ext>
            </a:extLst>
          </p:cNvPr>
          <p:cNvCxnSpPr>
            <a:cxnSpLocks/>
          </p:cNvCxnSpPr>
          <p:nvPr/>
        </p:nvCxnSpPr>
        <p:spPr>
          <a:xfrm>
            <a:off x="6038846" y="-8692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D716E4F2-DC92-8204-227A-6C4FAD176336}"/>
              </a:ext>
            </a:extLst>
          </p:cNvPr>
          <p:cNvCxnSpPr>
            <a:cxnSpLocks/>
          </p:cNvCxnSpPr>
          <p:nvPr/>
        </p:nvCxnSpPr>
        <p:spPr>
          <a:xfrm>
            <a:off x="6091233" y="-5120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68ADE3A3-B1BF-F232-7323-E78AF226AB80}"/>
              </a:ext>
            </a:extLst>
          </p:cNvPr>
          <p:cNvCxnSpPr>
            <a:cxnSpLocks/>
          </p:cNvCxnSpPr>
          <p:nvPr/>
        </p:nvCxnSpPr>
        <p:spPr>
          <a:xfrm>
            <a:off x="6140444" y="-6311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41EB76A6-6E8C-130C-C9BE-8303EA6950EE}"/>
              </a:ext>
            </a:extLst>
          </p:cNvPr>
          <p:cNvCxnSpPr>
            <a:cxnSpLocks/>
          </p:cNvCxnSpPr>
          <p:nvPr/>
        </p:nvCxnSpPr>
        <p:spPr>
          <a:xfrm>
            <a:off x="6180132" y="-10597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4D0EED3B-95C2-2A46-D155-AAD18DABE9F9}"/>
              </a:ext>
            </a:extLst>
          </p:cNvPr>
          <p:cNvCxnSpPr>
            <a:cxnSpLocks/>
          </p:cNvCxnSpPr>
          <p:nvPr/>
        </p:nvCxnSpPr>
        <p:spPr>
          <a:xfrm>
            <a:off x="6230137" y="-11788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7686E47F-0411-C088-50EC-E1E5A35BE3F8}"/>
              </a:ext>
            </a:extLst>
          </p:cNvPr>
          <p:cNvCxnSpPr>
            <a:cxnSpLocks/>
          </p:cNvCxnSpPr>
          <p:nvPr/>
        </p:nvCxnSpPr>
        <p:spPr>
          <a:xfrm>
            <a:off x="6283317" y="2499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C8E0AC18-FE4D-3E4C-8EFC-BFC28AE54CE7}"/>
              </a:ext>
            </a:extLst>
          </p:cNvPr>
          <p:cNvCxnSpPr>
            <a:cxnSpLocks/>
          </p:cNvCxnSpPr>
          <p:nvPr/>
        </p:nvCxnSpPr>
        <p:spPr>
          <a:xfrm>
            <a:off x="6328562" y="36905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14BC3D6F-9BAF-1E12-DB96-6515E9CC66EE}"/>
              </a:ext>
            </a:extLst>
          </p:cNvPr>
          <p:cNvCxnSpPr>
            <a:cxnSpLocks/>
          </p:cNvCxnSpPr>
          <p:nvPr/>
        </p:nvCxnSpPr>
        <p:spPr>
          <a:xfrm>
            <a:off x="6373784" y="3690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3079ECED-7A25-294E-51D4-2676CBF335E1}"/>
              </a:ext>
            </a:extLst>
          </p:cNvPr>
          <p:cNvCxnSpPr>
            <a:cxnSpLocks/>
          </p:cNvCxnSpPr>
          <p:nvPr/>
        </p:nvCxnSpPr>
        <p:spPr>
          <a:xfrm>
            <a:off x="6419841" y="3690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9F3A200-5855-1435-F6AE-0DAC0FD158A7}"/>
              </a:ext>
            </a:extLst>
          </p:cNvPr>
          <p:cNvCxnSpPr>
            <a:cxnSpLocks/>
          </p:cNvCxnSpPr>
          <p:nvPr/>
        </p:nvCxnSpPr>
        <p:spPr>
          <a:xfrm>
            <a:off x="6461906" y="3690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BC0A9481-AFCD-2A28-87C5-FC67A018DEFA}"/>
              </a:ext>
            </a:extLst>
          </p:cNvPr>
          <p:cNvCxnSpPr>
            <a:cxnSpLocks/>
          </p:cNvCxnSpPr>
          <p:nvPr/>
        </p:nvCxnSpPr>
        <p:spPr>
          <a:xfrm>
            <a:off x="6509530" y="4404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C0A1C32B-F614-2EBF-102B-E1144D7F6C12}"/>
              </a:ext>
            </a:extLst>
          </p:cNvPr>
          <p:cNvCxnSpPr>
            <a:cxnSpLocks/>
          </p:cNvCxnSpPr>
          <p:nvPr/>
        </p:nvCxnSpPr>
        <p:spPr>
          <a:xfrm>
            <a:off x="6546843" y="4404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FB45F6E5-F0CE-AFE8-1B08-1E418AB48667}"/>
              </a:ext>
            </a:extLst>
          </p:cNvPr>
          <p:cNvCxnSpPr>
            <a:cxnSpLocks/>
          </p:cNvCxnSpPr>
          <p:nvPr/>
        </p:nvCxnSpPr>
        <p:spPr>
          <a:xfrm>
            <a:off x="6611924" y="4642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8CD95A41-B2A3-4214-B522-B0C54B210F88}"/>
              </a:ext>
            </a:extLst>
          </p:cNvPr>
          <p:cNvCxnSpPr>
            <a:cxnSpLocks/>
          </p:cNvCxnSpPr>
          <p:nvPr/>
        </p:nvCxnSpPr>
        <p:spPr>
          <a:xfrm>
            <a:off x="6656381" y="-2696769"/>
            <a:ext cx="0" cy="924520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3C4BD072-69AF-F68C-4850-55B744C65677}"/>
              </a:ext>
            </a:extLst>
          </p:cNvPr>
          <p:cNvCxnSpPr>
            <a:cxnSpLocks/>
          </p:cNvCxnSpPr>
          <p:nvPr/>
        </p:nvCxnSpPr>
        <p:spPr>
          <a:xfrm>
            <a:off x="6704006" y="-2526513"/>
            <a:ext cx="0" cy="921306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DA0C4988-220E-2B73-38DD-6BE54FA05921}"/>
              </a:ext>
            </a:extLst>
          </p:cNvPr>
          <p:cNvCxnSpPr>
            <a:cxnSpLocks/>
          </p:cNvCxnSpPr>
          <p:nvPr/>
        </p:nvCxnSpPr>
        <p:spPr>
          <a:xfrm>
            <a:off x="6749250" y="-2563420"/>
            <a:ext cx="0" cy="904042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1B513E4B-F5B1-1E22-E93D-227BC8EEB0DF}"/>
              </a:ext>
            </a:extLst>
          </p:cNvPr>
          <p:cNvCxnSpPr>
            <a:cxnSpLocks/>
          </p:cNvCxnSpPr>
          <p:nvPr/>
        </p:nvCxnSpPr>
        <p:spPr>
          <a:xfrm>
            <a:off x="6804019" y="-2530082"/>
            <a:ext cx="0" cy="915948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5FB6A03E-374A-F873-341D-75D28F596378}"/>
              </a:ext>
            </a:extLst>
          </p:cNvPr>
          <p:cNvCxnSpPr>
            <a:cxnSpLocks/>
          </p:cNvCxnSpPr>
          <p:nvPr/>
        </p:nvCxnSpPr>
        <p:spPr>
          <a:xfrm>
            <a:off x="6849262" y="-254675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9D4F4238-D975-5B31-0B2E-348D4B2E8D54}"/>
              </a:ext>
            </a:extLst>
          </p:cNvPr>
          <p:cNvCxnSpPr>
            <a:cxnSpLocks/>
          </p:cNvCxnSpPr>
          <p:nvPr/>
        </p:nvCxnSpPr>
        <p:spPr>
          <a:xfrm flipH="1">
            <a:off x="6872183" y="-2533654"/>
            <a:ext cx="40481" cy="916662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8EEEDF8B-AA0E-EB9E-31A8-458BBF341435}"/>
              </a:ext>
            </a:extLst>
          </p:cNvPr>
          <p:cNvCxnSpPr>
            <a:cxnSpLocks/>
          </p:cNvCxnSpPr>
          <p:nvPr/>
        </p:nvCxnSpPr>
        <p:spPr>
          <a:xfrm>
            <a:off x="6984993" y="-253722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13A690A9-220E-6890-7532-247B8EB9DA30}"/>
              </a:ext>
            </a:extLst>
          </p:cNvPr>
          <p:cNvCxnSpPr>
            <a:cxnSpLocks/>
          </p:cNvCxnSpPr>
          <p:nvPr/>
        </p:nvCxnSpPr>
        <p:spPr>
          <a:xfrm>
            <a:off x="7032619" y="-252651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0B79FA9C-14A7-2D23-E05B-0B57E45CFD71}"/>
              </a:ext>
            </a:extLst>
          </p:cNvPr>
          <p:cNvCxnSpPr>
            <a:cxnSpLocks/>
          </p:cNvCxnSpPr>
          <p:nvPr/>
        </p:nvCxnSpPr>
        <p:spPr>
          <a:xfrm>
            <a:off x="7075481" y="-253008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2121D8C2-B765-E259-1EA9-80D3F153C192}"/>
              </a:ext>
            </a:extLst>
          </p:cNvPr>
          <p:cNvCxnSpPr>
            <a:cxnSpLocks/>
          </p:cNvCxnSpPr>
          <p:nvPr/>
        </p:nvCxnSpPr>
        <p:spPr>
          <a:xfrm>
            <a:off x="7132631" y="-253008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F6B110CA-0AB3-7CB1-994B-7ACB146D9AEC}"/>
              </a:ext>
            </a:extLst>
          </p:cNvPr>
          <p:cNvCxnSpPr>
            <a:cxnSpLocks/>
          </p:cNvCxnSpPr>
          <p:nvPr/>
        </p:nvCxnSpPr>
        <p:spPr>
          <a:xfrm flipH="1">
            <a:off x="6914841" y="-2366370"/>
            <a:ext cx="40481" cy="916662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807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7208A1B-F971-C003-B601-3C3985818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31" y="0"/>
            <a:ext cx="3139538" cy="6858000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17B70AD-C6B5-0FB9-8973-F621F9036942}"/>
              </a:ext>
            </a:extLst>
          </p:cNvPr>
          <p:cNvCxnSpPr/>
          <p:nvPr/>
        </p:nvCxnSpPr>
        <p:spPr>
          <a:xfrm>
            <a:off x="2549524" y="1087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4999FB0-3F69-3478-904F-D4987F27FB39}"/>
              </a:ext>
            </a:extLst>
          </p:cNvPr>
          <p:cNvCxnSpPr>
            <a:cxnSpLocks/>
          </p:cNvCxnSpPr>
          <p:nvPr/>
        </p:nvCxnSpPr>
        <p:spPr>
          <a:xfrm>
            <a:off x="4702967" y="-255995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40F37E6-10E6-9236-162A-AA386367D3AB}"/>
              </a:ext>
            </a:extLst>
          </p:cNvPr>
          <p:cNvCxnSpPr/>
          <p:nvPr/>
        </p:nvCxnSpPr>
        <p:spPr>
          <a:xfrm>
            <a:off x="2637630" y="1682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F73A44A-8261-13B2-B85E-CD397C572422}"/>
              </a:ext>
            </a:extLst>
          </p:cNvPr>
          <p:cNvCxnSpPr/>
          <p:nvPr/>
        </p:nvCxnSpPr>
        <p:spPr>
          <a:xfrm>
            <a:off x="2687637" y="2206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A56137D-A3BE-EEB6-580C-0078596DD11F}"/>
              </a:ext>
            </a:extLst>
          </p:cNvPr>
          <p:cNvCxnSpPr/>
          <p:nvPr/>
        </p:nvCxnSpPr>
        <p:spPr>
          <a:xfrm>
            <a:off x="2716211" y="2778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BEC7CB2-6A5E-F56A-C44F-4DC5B0067EDA}"/>
              </a:ext>
            </a:extLst>
          </p:cNvPr>
          <p:cNvCxnSpPr/>
          <p:nvPr/>
        </p:nvCxnSpPr>
        <p:spPr>
          <a:xfrm>
            <a:off x="2716211" y="33020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2360C3E-2A7A-B4CB-9B12-05503BB78A4F}"/>
              </a:ext>
            </a:extLst>
          </p:cNvPr>
          <p:cNvCxnSpPr/>
          <p:nvPr/>
        </p:nvCxnSpPr>
        <p:spPr>
          <a:xfrm>
            <a:off x="2716211" y="38020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652CFA9-E82C-2504-08C3-A8098752D54A}"/>
              </a:ext>
            </a:extLst>
          </p:cNvPr>
          <p:cNvCxnSpPr/>
          <p:nvPr/>
        </p:nvCxnSpPr>
        <p:spPr>
          <a:xfrm>
            <a:off x="2759074" y="4325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A0BCEE4-BD5D-4E5B-5377-3243B8673DF3}"/>
              </a:ext>
            </a:extLst>
          </p:cNvPr>
          <p:cNvCxnSpPr/>
          <p:nvPr/>
        </p:nvCxnSpPr>
        <p:spPr>
          <a:xfrm>
            <a:off x="2759074" y="4873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F19F38B-A8EE-50C3-60E8-5FF95744337F}"/>
              </a:ext>
            </a:extLst>
          </p:cNvPr>
          <p:cNvCxnSpPr/>
          <p:nvPr/>
        </p:nvCxnSpPr>
        <p:spPr>
          <a:xfrm>
            <a:off x="2878136" y="5445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F5D3C98-4060-0398-A8DD-6F6B2E1739DF}"/>
              </a:ext>
            </a:extLst>
          </p:cNvPr>
          <p:cNvCxnSpPr/>
          <p:nvPr/>
        </p:nvCxnSpPr>
        <p:spPr>
          <a:xfrm>
            <a:off x="2901949" y="5945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83A98CE-F618-A794-AA08-A6E9A65A89CB}"/>
              </a:ext>
            </a:extLst>
          </p:cNvPr>
          <p:cNvCxnSpPr/>
          <p:nvPr/>
        </p:nvCxnSpPr>
        <p:spPr>
          <a:xfrm>
            <a:off x="2911474" y="6397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6753D1F-6714-38F5-3321-0E3043D3EA6D}"/>
              </a:ext>
            </a:extLst>
          </p:cNvPr>
          <p:cNvCxnSpPr/>
          <p:nvPr/>
        </p:nvCxnSpPr>
        <p:spPr>
          <a:xfrm>
            <a:off x="2999580" y="6992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4AB6858-3C7D-0DB9-85B8-8A2B40E4FE98}"/>
              </a:ext>
            </a:extLst>
          </p:cNvPr>
          <p:cNvCxnSpPr/>
          <p:nvPr/>
        </p:nvCxnSpPr>
        <p:spPr>
          <a:xfrm>
            <a:off x="3054349" y="74930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5C8366C-4638-1E32-2CA8-164C19617E95}"/>
              </a:ext>
            </a:extLst>
          </p:cNvPr>
          <p:cNvCxnSpPr/>
          <p:nvPr/>
        </p:nvCxnSpPr>
        <p:spPr>
          <a:xfrm>
            <a:off x="3054349" y="8016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3F2AA09F-0672-0D2D-682A-CCD4FEC13BBA}"/>
              </a:ext>
            </a:extLst>
          </p:cNvPr>
          <p:cNvCxnSpPr/>
          <p:nvPr/>
        </p:nvCxnSpPr>
        <p:spPr>
          <a:xfrm>
            <a:off x="3054349" y="85407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CD93CD2-0649-8CA6-AEAE-5DB3EA9D9DC3}"/>
              </a:ext>
            </a:extLst>
          </p:cNvPr>
          <p:cNvCxnSpPr/>
          <p:nvPr/>
        </p:nvCxnSpPr>
        <p:spPr>
          <a:xfrm>
            <a:off x="2999580" y="9064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E49FC7D-3D59-CF18-320A-4FB06BB87941}"/>
              </a:ext>
            </a:extLst>
          </p:cNvPr>
          <p:cNvCxnSpPr/>
          <p:nvPr/>
        </p:nvCxnSpPr>
        <p:spPr>
          <a:xfrm>
            <a:off x="2999580" y="95885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3310F5F-EAF5-B9C0-62C9-D0F5AA21AE2D}"/>
              </a:ext>
            </a:extLst>
          </p:cNvPr>
          <p:cNvCxnSpPr/>
          <p:nvPr/>
        </p:nvCxnSpPr>
        <p:spPr>
          <a:xfrm>
            <a:off x="3054349" y="10136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EE70283-5D3D-6434-7551-476332EF31E6}"/>
              </a:ext>
            </a:extLst>
          </p:cNvPr>
          <p:cNvCxnSpPr/>
          <p:nvPr/>
        </p:nvCxnSpPr>
        <p:spPr>
          <a:xfrm>
            <a:off x="3030536" y="10588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5EFA57C-2520-6CAA-47E4-4AACC3C1E27F}"/>
              </a:ext>
            </a:extLst>
          </p:cNvPr>
          <p:cNvCxnSpPr/>
          <p:nvPr/>
        </p:nvCxnSpPr>
        <p:spPr>
          <a:xfrm>
            <a:off x="3054349" y="11088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192A790-6BF8-8EE9-5FD6-38C8E8D3E4AB}"/>
              </a:ext>
            </a:extLst>
          </p:cNvPr>
          <p:cNvCxnSpPr/>
          <p:nvPr/>
        </p:nvCxnSpPr>
        <p:spPr>
          <a:xfrm>
            <a:off x="2999580" y="11636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E40362F-0078-B14A-0557-C41A88A69CD7}"/>
              </a:ext>
            </a:extLst>
          </p:cNvPr>
          <p:cNvCxnSpPr/>
          <p:nvPr/>
        </p:nvCxnSpPr>
        <p:spPr>
          <a:xfrm>
            <a:off x="2999580" y="12231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DEACA1D-BDE0-8228-603D-2F20F56FC4A9}"/>
              </a:ext>
            </a:extLst>
          </p:cNvPr>
          <p:cNvCxnSpPr/>
          <p:nvPr/>
        </p:nvCxnSpPr>
        <p:spPr>
          <a:xfrm>
            <a:off x="2951955" y="12779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9DFF831-ED44-4B45-63C5-138501CFA81C}"/>
              </a:ext>
            </a:extLst>
          </p:cNvPr>
          <p:cNvCxnSpPr/>
          <p:nvPr/>
        </p:nvCxnSpPr>
        <p:spPr>
          <a:xfrm>
            <a:off x="2971005" y="13231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29BF9C1-ED93-A7E8-E0A2-70AC047B2DCE}"/>
              </a:ext>
            </a:extLst>
          </p:cNvPr>
          <p:cNvCxnSpPr/>
          <p:nvPr/>
        </p:nvCxnSpPr>
        <p:spPr>
          <a:xfrm>
            <a:off x="2999580" y="13684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4E2C468-7F8C-B3C3-1C7D-30208CCD093C}"/>
              </a:ext>
            </a:extLst>
          </p:cNvPr>
          <p:cNvCxnSpPr/>
          <p:nvPr/>
        </p:nvCxnSpPr>
        <p:spPr>
          <a:xfrm>
            <a:off x="2951955" y="14255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9FDA6F6-EF13-2787-5405-98CAB1B9A6AF}"/>
              </a:ext>
            </a:extLst>
          </p:cNvPr>
          <p:cNvCxnSpPr/>
          <p:nvPr/>
        </p:nvCxnSpPr>
        <p:spPr>
          <a:xfrm>
            <a:off x="2911474" y="14803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B6D4603-2018-3C5C-517C-65240D9F4B0F}"/>
              </a:ext>
            </a:extLst>
          </p:cNvPr>
          <p:cNvCxnSpPr/>
          <p:nvPr/>
        </p:nvCxnSpPr>
        <p:spPr>
          <a:xfrm>
            <a:off x="3078162" y="153511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49C96C4-81E8-3709-92E8-A60A811BBDE7}"/>
              </a:ext>
            </a:extLst>
          </p:cNvPr>
          <p:cNvCxnSpPr/>
          <p:nvPr/>
        </p:nvCxnSpPr>
        <p:spPr>
          <a:xfrm>
            <a:off x="3078162" y="158750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940861E-B0F5-4959-E925-334C60B804D9}"/>
              </a:ext>
            </a:extLst>
          </p:cNvPr>
          <p:cNvCxnSpPr/>
          <p:nvPr/>
        </p:nvCxnSpPr>
        <p:spPr>
          <a:xfrm>
            <a:off x="3078162" y="16422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0F951C76-BC55-CB2F-641A-1478701316D8}"/>
              </a:ext>
            </a:extLst>
          </p:cNvPr>
          <p:cNvCxnSpPr/>
          <p:nvPr/>
        </p:nvCxnSpPr>
        <p:spPr>
          <a:xfrm>
            <a:off x="3078162" y="169703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677E551-D3F3-9B55-1509-5EA4864A85FB}"/>
              </a:ext>
            </a:extLst>
          </p:cNvPr>
          <p:cNvCxnSpPr/>
          <p:nvPr/>
        </p:nvCxnSpPr>
        <p:spPr>
          <a:xfrm>
            <a:off x="3078162" y="174466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09BCFCE7-D405-49E6-A209-F4F03721C102}"/>
              </a:ext>
            </a:extLst>
          </p:cNvPr>
          <p:cNvCxnSpPr/>
          <p:nvPr/>
        </p:nvCxnSpPr>
        <p:spPr>
          <a:xfrm>
            <a:off x="3054349" y="17946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890922CE-838B-1614-4CD9-E516A2EBBCAD}"/>
              </a:ext>
            </a:extLst>
          </p:cNvPr>
          <p:cNvCxnSpPr/>
          <p:nvPr/>
        </p:nvCxnSpPr>
        <p:spPr>
          <a:xfrm>
            <a:off x="3055936" y="18518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D34EDF90-DC81-7BB0-CDC4-AE31B024054D}"/>
              </a:ext>
            </a:extLst>
          </p:cNvPr>
          <p:cNvCxnSpPr/>
          <p:nvPr/>
        </p:nvCxnSpPr>
        <p:spPr>
          <a:xfrm>
            <a:off x="3200397" y="18994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F44595F-BF78-2666-19EB-B7E2DC5B0C17}"/>
              </a:ext>
            </a:extLst>
          </p:cNvPr>
          <p:cNvCxnSpPr/>
          <p:nvPr/>
        </p:nvCxnSpPr>
        <p:spPr>
          <a:xfrm>
            <a:off x="3205160" y="19446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674F180-FDBF-08AB-DD8F-1BF9BD4BEF9A}"/>
              </a:ext>
            </a:extLst>
          </p:cNvPr>
          <p:cNvCxnSpPr/>
          <p:nvPr/>
        </p:nvCxnSpPr>
        <p:spPr>
          <a:xfrm>
            <a:off x="3200397" y="199945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2776F25F-4C71-8CD8-10A9-2B51BB4392D0}"/>
              </a:ext>
            </a:extLst>
          </p:cNvPr>
          <p:cNvCxnSpPr/>
          <p:nvPr/>
        </p:nvCxnSpPr>
        <p:spPr>
          <a:xfrm>
            <a:off x="3226588" y="204946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657EA431-706B-F9D6-4DE8-853D7764CE06}"/>
              </a:ext>
            </a:extLst>
          </p:cNvPr>
          <p:cNvCxnSpPr/>
          <p:nvPr/>
        </p:nvCxnSpPr>
        <p:spPr>
          <a:xfrm>
            <a:off x="3209919" y="21066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5F222CC9-B52E-63F2-5A4A-A4E562EDE2BA}"/>
              </a:ext>
            </a:extLst>
          </p:cNvPr>
          <p:cNvCxnSpPr/>
          <p:nvPr/>
        </p:nvCxnSpPr>
        <p:spPr>
          <a:xfrm>
            <a:off x="3176585" y="21566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C204516E-8B87-1316-805C-65487E73C451}"/>
              </a:ext>
            </a:extLst>
          </p:cNvPr>
          <p:cNvCxnSpPr/>
          <p:nvPr/>
        </p:nvCxnSpPr>
        <p:spPr>
          <a:xfrm>
            <a:off x="3200397" y="22066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ACABF8E-3769-0EC9-FBA5-72D38563BB43}"/>
              </a:ext>
            </a:extLst>
          </p:cNvPr>
          <p:cNvCxnSpPr/>
          <p:nvPr/>
        </p:nvCxnSpPr>
        <p:spPr>
          <a:xfrm>
            <a:off x="3176585" y="22542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15A5F1C-FE0E-3501-0E37-C6C02DECC991}"/>
              </a:ext>
            </a:extLst>
          </p:cNvPr>
          <p:cNvCxnSpPr/>
          <p:nvPr/>
        </p:nvCxnSpPr>
        <p:spPr>
          <a:xfrm>
            <a:off x="3176585" y="231378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69AE7D95-1F73-0B64-F202-DE6DB1A6CA62}"/>
              </a:ext>
            </a:extLst>
          </p:cNvPr>
          <p:cNvCxnSpPr/>
          <p:nvPr/>
        </p:nvCxnSpPr>
        <p:spPr>
          <a:xfrm>
            <a:off x="3200397" y="23637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56BE76D5-1A24-77B2-F6D3-1514112F1C56}"/>
              </a:ext>
            </a:extLst>
          </p:cNvPr>
          <p:cNvCxnSpPr/>
          <p:nvPr/>
        </p:nvCxnSpPr>
        <p:spPr>
          <a:xfrm>
            <a:off x="1915317" y="24280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42570920-6F63-A424-E88A-BAC50896AE19}"/>
              </a:ext>
            </a:extLst>
          </p:cNvPr>
          <p:cNvCxnSpPr/>
          <p:nvPr/>
        </p:nvCxnSpPr>
        <p:spPr>
          <a:xfrm>
            <a:off x="2067717" y="24733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0E8368B-EE51-39D7-F7F3-C014E72495F2}"/>
              </a:ext>
            </a:extLst>
          </p:cNvPr>
          <p:cNvCxnSpPr/>
          <p:nvPr/>
        </p:nvCxnSpPr>
        <p:spPr>
          <a:xfrm>
            <a:off x="2062954" y="25280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E3C46F4-D8D9-D3FE-B2E4-D0B0060C298B}"/>
              </a:ext>
            </a:extLst>
          </p:cNvPr>
          <p:cNvCxnSpPr/>
          <p:nvPr/>
        </p:nvCxnSpPr>
        <p:spPr>
          <a:xfrm>
            <a:off x="2067717" y="25804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6530C6AC-D2B6-F53A-EE93-BF60A77DF29B}"/>
              </a:ext>
            </a:extLst>
          </p:cNvPr>
          <p:cNvCxnSpPr/>
          <p:nvPr/>
        </p:nvCxnSpPr>
        <p:spPr>
          <a:xfrm>
            <a:off x="2205830" y="26352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16D93A3-91C5-4DF4-D61E-67C2AE9B239C}"/>
              </a:ext>
            </a:extLst>
          </p:cNvPr>
          <p:cNvCxnSpPr/>
          <p:nvPr/>
        </p:nvCxnSpPr>
        <p:spPr>
          <a:xfrm>
            <a:off x="2227261" y="26947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DCEB280E-F49B-CB74-1797-B9536AAFB192}"/>
              </a:ext>
            </a:extLst>
          </p:cNvPr>
          <p:cNvCxnSpPr/>
          <p:nvPr/>
        </p:nvCxnSpPr>
        <p:spPr>
          <a:xfrm>
            <a:off x="2227261" y="274240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4891C201-C182-62F3-2522-F016AF9B0452}"/>
              </a:ext>
            </a:extLst>
          </p:cNvPr>
          <p:cNvCxnSpPr/>
          <p:nvPr/>
        </p:nvCxnSpPr>
        <p:spPr>
          <a:xfrm>
            <a:off x="2227261" y="27876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85AA67C-2D40-1517-9943-3F40E710C224}"/>
              </a:ext>
            </a:extLst>
          </p:cNvPr>
          <p:cNvCxnSpPr/>
          <p:nvPr/>
        </p:nvCxnSpPr>
        <p:spPr>
          <a:xfrm>
            <a:off x="2227261" y="28376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CF0A1B1-A418-A206-86AE-6C0CEEDED355}"/>
              </a:ext>
            </a:extLst>
          </p:cNvPr>
          <p:cNvCxnSpPr/>
          <p:nvPr/>
        </p:nvCxnSpPr>
        <p:spPr>
          <a:xfrm>
            <a:off x="2227261" y="28900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65ED9E9-C6E9-25F7-2BA3-E80B8A63560C}"/>
              </a:ext>
            </a:extLst>
          </p:cNvPr>
          <p:cNvCxnSpPr/>
          <p:nvPr/>
        </p:nvCxnSpPr>
        <p:spPr>
          <a:xfrm>
            <a:off x="2227261" y="29424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A9A5FC4-214E-BF07-53E3-C1EE499695FD}"/>
              </a:ext>
            </a:extLst>
          </p:cNvPr>
          <p:cNvCxnSpPr/>
          <p:nvPr/>
        </p:nvCxnSpPr>
        <p:spPr>
          <a:xfrm>
            <a:off x="2227261" y="29924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33AB3363-4D0B-26BD-23FF-955A780B8E34}"/>
              </a:ext>
            </a:extLst>
          </p:cNvPr>
          <p:cNvCxnSpPr/>
          <p:nvPr/>
        </p:nvCxnSpPr>
        <p:spPr>
          <a:xfrm>
            <a:off x="2253454" y="30400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87DE93F8-214A-8B8B-DAFC-F35560A3EA4D}"/>
              </a:ext>
            </a:extLst>
          </p:cNvPr>
          <p:cNvCxnSpPr/>
          <p:nvPr/>
        </p:nvCxnSpPr>
        <p:spPr>
          <a:xfrm>
            <a:off x="2270123" y="30948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C935B487-450A-9350-2697-8075999B33A0}"/>
              </a:ext>
            </a:extLst>
          </p:cNvPr>
          <p:cNvCxnSpPr/>
          <p:nvPr/>
        </p:nvCxnSpPr>
        <p:spPr>
          <a:xfrm>
            <a:off x="2227261" y="31472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226D993-96DD-8C30-F7D9-A755B774CBA5}"/>
              </a:ext>
            </a:extLst>
          </p:cNvPr>
          <p:cNvCxnSpPr/>
          <p:nvPr/>
        </p:nvCxnSpPr>
        <p:spPr>
          <a:xfrm>
            <a:off x="2272504" y="32115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392F04E-1FAE-3DAE-1CB3-5AA652015424}"/>
              </a:ext>
            </a:extLst>
          </p:cNvPr>
          <p:cNvCxnSpPr/>
          <p:nvPr/>
        </p:nvCxnSpPr>
        <p:spPr>
          <a:xfrm>
            <a:off x="2253454" y="326390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93A85922-2E46-F679-FAED-9D490092D68E}"/>
              </a:ext>
            </a:extLst>
          </p:cNvPr>
          <p:cNvCxnSpPr/>
          <p:nvPr/>
        </p:nvCxnSpPr>
        <p:spPr>
          <a:xfrm>
            <a:off x="2270123" y="33186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8387AD82-F0CB-C06C-2C3B-DD684E06B88E}"/>
              </a:ext>
            </a:extLst>
          </p:cNvPr>
          <p:cNvCxnSpPr/>
          <p:nvPr/>
        </p:nvCxnSpPr>
        <p:spPr>
          <a:xfrm>
            <a:off x="2205830" y="33710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F86119C8-1D38-DB02-34C4-B203C337876C}"/>
              </a:ext>
            </a:extLst>
          </p:cNvPr>
          <p:cNvCxnSpPr/>
          <p:nvPr/>
        </p:nvCxnSpPr>
        <p:spPr>
          <a:xfrm>
            <a:off x="2393949" y="342185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16931314-386B-3E57-8BC3-1B823B020183}"/>
              </a:ext>
            </a:extLst>
          </p:cNvPr>
          <p:cNvCxnSpPr/>
          <p:nvPr/>
        </p:nvCxnSpPr>
        <p:spPr>
          <a:xfrm>
            <a:off x="2371725" y="34782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DE56703B-21AB-39C3-28A8-1BA5D577C8A0}"/>
              </a:ext>
            </a:extLst>
          </p:cNvPr>
          <p:cNvCxnSpPr/>
          <p:nvPr/>
        </p:nvCxnSpPr>
        <p:spPr>
          <a:xfrm>
            <a:off x="2358230" y="35234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69774691-6830-FB9C-DFA8-82A849048975}"/>
              </a:ext>
            </a:extLst>
          </p:cNvPr>
          <p:cNvCxnSpPr/>
          <p:nvPr/>
        </p:nvCxnSpPr>
        <p:spPr>
          <a:xfrm>
            <a:off x="2505867" y="35710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9DA0347D-114E-5039-B730-24F956FB5CEF}"/>
              </a:ext>
            </a:extLst>
          </p:cNvPr>
          <p:cNvCxnSpPr/>
          <p:nvPr/>
        </p:nvCxnSpPr>
        <p:spPr>
          <a:xfrm>
            <a:off x="2532061" y="36210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60D53041-EC37-4603-30A2-04A9BB2616C4}"/>
              </a:ext>
            </a:extLst>
          </p:cNvPr>
          <p:cNvCxnSpPr/>
          <p:nvPr/>
        </p:nvCxnSpPr>
        <p:spPr>
          <a:xfrm>
            <a:off x="2532061" y="36758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94DF152D-876E-5291-765E-05E3DE960ECE}"/>
              </a:ext>
            </a:extLst>
          </p:cNvPr>
          <p:cNvCxnSpPr/>
          <p:nvPr/>
        </p:nvCxnSpPr>
        <p:spPr>
          <a:xfrm>
            <a:off x="2505867" y="37353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442A6A5C-7ECA-1232-7191-B33FBDFEBDB3}"/>
              </a:ext>
            </a:extLst>
          </p:cNvPr>
          <p:cNvCxnSpPr/>
          <p:nvPr/>
        </p:nvCxnSpPr>
        <p:spPr>
          <a:xfrm>
            <a:off x="2505867" y="378777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D44C6277-3CD4-A1A1-34C9-1BA84F066D8B}"/>
              </a:ext>
            </a:extLst>
          </p:cNvPr>
          <p:cNvCxnSpPr/>
          <p:nvPr/>
        </p:nvCxnSpPr>
        <p:spPr>
          <a:xfrm>
            <a:off x="2506660" y="38449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0647AA3F-7642-3FF7-B709-46930DB7329B}"/>
              </a:ext>
            </a:extLst>
          </p:cNvPr>
          <p:cNvCxnSpPr/>
          <p:nvPr/>
        </p:nvCxnSpPr>
        <p:spPr>
          <a:xfrm>
            <a:off x="2505867" y="38949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8D295A76-50DF-8976-1DDB-8C25B17234EF}"/>
              </a:ext>
            </a:extLst>
          </p:cNvPr>
          <p:cNvCxnSpPr/>
          <p:nvPr/>
        </p:nvCxnSpPr>
        <p:spPr>
          <a:xfrm>
            <a:off x="2532061" y="39377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CE1D80DB-E962-B09E-9C40-2393053AC7AC}"/>
              </a:ext>
            </a:extLst>
          </p:cNvPr>
          <p:cNvCxnSpPr/>
          <p:nvPr/>
        </p:nvCxnSpPr>
        <p:spPr>
          <a:xfrm>
            <a:off x="2505867" y="39949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36D5DE1C-1CE0-D8AE-2DEA-C801BB01F849}"/>
              </a:ext>
            </a:extLst>
          </p:cNvPr>
          <p:cNvCxnSpPr/>
          <p:nvPr/>
        </p:nvCxnSpPr>
        <p:spPr>
          <a:xfrm>
            <a:off x="2477293" y="40449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42009598-D05E-5C26-9AA7-9AA341B879D3}"/>
              </a:ext>
            </a:extLst>
          </p:cNvPr>
          <p:cNvCxnSpPr/>
          <p:nvPr/>
        </p:nvCxnSpPr>
        <p:spPr>
          <a:xfrm>
            <a:off x="2477293" y="41044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8321A707-B42D-D216-7BCD-06D1D04204D5}"/>
              </a:ext>
            </a:extLst>
          </p:cNvPr>
          <p:cNvCxnSpPr/>
          <p:nvPr/>
        </p:nvCxnSpPr>
        <p:spPr>
          <a:xfrm>
            <a:off x="2523329" y="414972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2E395089-A36E-2697-34AA-48EFA4DCEFF1}"/>
              </a:ext>
            </a:extLst>
          </p:cNvPr>
          <p:cNvCxnSpPr/>
          <p:nvPr/>
        </p:nvCxnSpPr>
        <p:spPr>
          <a:xfrm>
            <a:off x="2473322" y="42044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6F4112E8-B34C-E963-4D66-AFEEDED23CA5}"/>
              </a:ext>
            </a:extLst>
          </p:cNvPr>
          <p:cNvCxnSpPr/>
          <p:nvPr/>
        </p:nvCxnSpPr>
        <p:spPr>
          <a:xfrm>
            <a:off x="2661438" y="42568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B3A75ABB-735A-3D82-33F2-140BB8CBA79E}"/>
              </a:ext>
            </a:extLst>
          </p:cNvPr>
          <p:cNvCxnSpPr/>
          <p:nvPr/>
        </p:nvCxnSpPr>
        <p:spPr>
          <a:xfrm>
            <a:off x="2637630" y="42997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17A0FD9C-8B28-7960-1FCA-A44FE32D0A53}"/>
              </a:ext>
            </a:extLst>
          </p:cNvPr>
          <p:cNvCxnSpPr/>
          <p:nvPr/>
        </p:nvCxnSpPr>
        <p:spPr>
          <a:xfrm>
            <a:off x="2637630" y="43545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A0C0112A-0047-E428-C2A3-2CF550F87FD0}"/>
              </a:ext>
            </a:extLst>
          </p:cNvPr>
          <p:cNvCxnSpPr/>
          <p:nvPr/>
        </p:nvCxnSpPr>
        <p:spPr>
          <a:xfrm>
            <a:off x="2637630" y="44116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8291C71A-E93A-AEF9-CE78-76775DBA96E5}"/>
              </a:ext>
            </a:extLst>
          </p:cNvPr>
          <p:cNvCxnSpPr/>
          <p:nvPr/>
        </p:nvCxnSpPr>
        <p:spPr>
          <a:xfrm>
            <a:off x="2637630" y="44711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B94F0A50-F839-7B16-8682-9DEBA7B25714}"/>
              </a:ext>
            </a:extLst>
          </p:cNvPr>
          <p:cNvCxnSpPr/>
          <p:nvPr/>
        </p:nvCxnSpPr>
        <p:spPr>
          <a:xfrm>
            <a:off x="2613021" y="45140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7EF4EC0C-2C3C-B5C5-6DFA-29BA16B1DE5C}"/>
              </a:ext>
            </a:extLst>
          </p:cNvPr>
          <p:cNvCxnSpPr/>
          <p:nvPr/>
        </p:nvCxnSpPr>
        <p:spPr>
          <a:xfrm>
            <a:off x="2582860" y="45616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713EE5C-BD9C-8EBA-408F-45D7DBE29E76}"/>
              </a:ext>
            </a:extLst>
          </p:cNvPr>
          <p:cNvCxnSpPr/>
          <p:nvPr/>
        </p:nvCxnSpPr>
        <p:spPr>
          <a:xfrm>
            <a:off x="2588414" y="46140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5C219C16-6F9A-AA52-1B17-469D54F3693D}"/>
              </a:ext>
            </a:extLst>
          </p:cNvPr>
          <p:cNvCxnSpPr/>
          <p:nvPr/>
        </p:nvCxnSpPr>
        <p:spPr>
          <a:xfrm>
            <a:off x="2571746" y="46712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4409B62-DAA0-6267-451B-AF7405B9D40F}"/>
              </a:ext>
            </a:extLst>
          </p:cNvPr>
          <p:cNvCxnSpPr/>
          <p:nvPr/>
        </p:nvCxnSpPr>
        <p:spPr>
          <a:xfrm>
            <a:off x="2587622" y="47236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50364598-843E-8398-0157-135E629473CF}"/>
              </a:ext>
            </a:extLst>
          </p:cNvPr>
          <p:cNvCxnSpPr/>
          <p:nvPr/>
        </p:nvCxnSpPr>
        <p:spPr>
          <a:xfrm>
            <a:off x="2598732" y="47712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5CD64881-C2F6-4095-57E1-19D5B60E59E9}"/>
              </a:ext>
            </a:extLst>
          </p:cNvPr>
          <p:cNvCxnSpPr/>
          <p:nvPr/>
        </p:nvCxnSpPr>
        <p:spPr>
          <a:xfrm>
            <a:off x="2549524" y="48355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A4D0B623-8863-0DD3-A92C-B60AEA57AAEA}"/>
              </a:ext>
            </a:extLst>
          </p:cNvPr>
          <p:cNvCxnSpPr/>
          <p:nvPr/>
        </p:nvCxnSpPr>
        <p:spPr>
          <a:xfrm>
            <a:off x="2582860" y="48879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B654C24F-62DA-1BAE-C741-9EC85D4F670A}"/>
              </a:ext>
            </a:extLst>
          </p:cNvPr>
          <p:cNvCxnSpPr/>
          <p:nvPr/>
        </p:nvCxnSpPr>
        <p:spPr>
          <a:xfrm>
            <a:off x="2613021" y="49379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B8312F0F-DFB6-6AF8-DB85-7EC547A8F041}"/>
              </a:ext>
            </a:extLst>
          </p:cNvPr>
          <p:cNvCxnSpPr/>
          <p:nvPr/>
        </p:nvCxnSpPr>
        <p:spPr>
          <a:xfrm>
            <a:off x="2590796" y="49831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24917930-C94B-0F60-BD75-5868885D6141}"/>
              </a:ext>
            </a:extLst>
          </p:cNvPr>
          <p:cNvCxnSpPr/>
          <p:nvPr/>
        </p:nvCxnSpPr>
        <p:spPr>
          <a:xfrm>
            <a:off x="2371725" y="57213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764FB58C-5ABA-F858-E08D-BFAACA2049A9}"/>
              </a:ext>
            </a:extLst>
          </p:cNvPr>
          <p:cNvCxnSpPr/>
          <p:nvPr/>
        </p:nvCxnSpPr>
        <p:spPr>
          <a:xfrm>
            <a:off x="2820189" y="50903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733682BA-D87A-13F5-BA24-C5CE7D114E00}"/>
              </a:ext>
            </a:extLst>
          </p:cNvPr>
          <p:cNvCxnSpPr/>
          <p:nvPr/>
        </p:nvCxnSpPr>
        <p:spPr>
          <a:xfrm>
            <a:off x="2571746" y="51355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0A9B5346-1196-3736-1F09-3AA2B99B8D20}"/>
              </a:ext>
            </a:extLst>
          </p:cNvPr>
          <p:cNvCxnSpPr/>
          <p:nvPr/>
        </p:nvCxnSpPr>
        <p:spPr>
          <a:xfrm>
            <a:off x="2570948" y="51855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8F35B8D6-396B-B04C-4664-9D28DFF9AF1F}"/>
              </a:ext>
            </a:extLst>
          </p:cNvPr>
          <p:cNvCxnSpPr/>
          <p:nvPr/>
        </p:nvCxnSpPr>
        <p:spPr>
          <a:xfrm>
            <a:off x="2577301" y="52379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D5880C81-5F3E-81C9-0DE4-5866E1B17B1C}"/>
              </a:ext>
            </a:extLst>
          </p:cNvPr>
          <p:cNvCxnSpPr/>
          <p:nvPr/>
        </p:nvCxnSpPr>
        <p:spPr>
          <a:xfrm>
            <a:off x="2549524" y="529272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5166A083-E481-B401-0F36-D2A4148DD156}"/>
              </a:ext>
            </a:extLst>
          </p:cNvPr>
          <p:cNvCxnSpPr/>
          <p:nvPr/>
        </p:nvCxnSpPr>
        <p:spPr>
          <a:xfrm>
            <a:off x="2549524" y="53498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ACBEACEF-A453-8701-AF5D-A6E40BCC694F}"/>
              </a:ext>
            </a:extLst>
          </p:cNvPr>
          <p:cNvCxnSpPr/>
          <p:nvPr/>
        </p:nvCxnSpPr>
        <p:spPr>
          <a:xfrm>
            <a:off x="2532061" y="54141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FEC8ECFA-6B18-966A-899D-CB3A6C0490C7}"/>
              </a:ext>
            </a:extLst>
          </p:cNvPr>
          <p:cNvCxnSpPr/>
          <p:nvPr/>
        </p:nvCxnSpPr>
        <p:spPr>
          <a:xfrm>
            <a:off x="2549524" y="54641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64159035-6FBD-6486-EF0F-207D1BE21C7A}"/>
              </a:ext>
            </a:extLst>
          </p:cNvPr>
          <p:cNvCxnSpPr/>
          <p:nvPr/>
        </p:nvCxnSpPr>
        <p:spPr>
          <a:xfrm>
            <a:off x="2459832" y="55141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F29DFB8D-973E-AD16-3B57-B8AFADB837FB}"/>
              </a:ext>
            </a:extLst>
          </p:cNvPr>
          <p:cNvCxnSpPr/>
          <p:nvPr/>
        </p:nvCxnSpPr>
        <p:spPr>
          <a:xfrm>
            <a:off x="2549524" y="55594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6926C700-8182-2CD6-865E-DBC516B4BBE3}"/>
              </a:ext>
            </a:extLst>
          </p:cNvPr>
          <p:cNvCxnSpPr/>
          <p:nvPr/>
        </p:nvCxnSpPr>
        <p:spPr>
          <a:xfrm>
            <a:off x="2551106" y="56141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20248E5-39A3-9CC4-6287-78945DA14987}"/>
              </a:ext>
            </a:extLst>
          </p:cNvPr>
          <p:cNvCxnSpPr/>
          <p:nvPr/>
        </p:nvCxnSpPr>
        <p:spPr>
          <a:xfrm>
            <a:off x="2549524" y="56665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64D8AFAC-FF63-8900-63D6-A58A0357DBC1}"/>
              </a:ext>
            </a:extLst>
          </p:cNvPr>
          <p:cNvCxnSpPr/>
          <p:nvPr/>
        </p:nvCxnSpPr>
        <p:spPr>
          <a:xfrm>
            <a:off x="2571746" y="50426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CB0F16FB-1413-6CC3-BC27-87248702728D}"/>
              </a:ext>
            </a:extLst>
          </p:cNvPr>
          <p:cNvCxnSpPr/>
          <p:nvPr/>
        </p:nvCxnSpPr>
        <p:spPr>
          <a:xfrm>
            <a:off x="2524125" y="58737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8396376D-2877-B0B3-B9F6-74597191B4E8}"/>
              </a:ext>
            </a:extLst>
          </p:cNvPr>
          <p:cNvCxnSpPr/>
          <p:nvPr/>
        </p:nvCxnSpPr>
        <p:spPr>
          <a:xfrm>
            <a:off x="2661438" y="577373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AC48D5E6-8E66-A1C7-EC23-5A7682AC8E5C}"/>
              </a:ext>
            </a:extLst>
          </p:cNvPr>
          <p:cNvCxnSpPr/>
          <p:nvPr/>
        </p:nvCxnSpPr>
        <p:spPr>
          <a:xfrm>
            <a:off x="2687637" y="58261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1C54125-3C5F-F879-C78A-E100DEE5F54A}"/>
              </a:ext>
            </a:extLst>
          </p:cNvPr>
          <p:cNvCxnSpPr/>
          <p:nvPr/>
        </p:nvCxnSpPr>
        <p:spPr>
          <a:xfrm>
            <a:off x="2716211" y="59237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15F1409-DFC2-BAF1-3EEC-5338FB31374B}"/>
              </a:ext>
            </a:extLst>
          </p:cNvPr>
          <p:cNvCxnSpPr/>
          <p:nvPr/>
        </p:nvCxnSpPr>
        <p:spPr>
          <a:xfrm>
            <a:off x="2687637" y="59832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6AA3B87-4285-1CB1-1F1B-0744A0ED5F34}"/>
              </a:ext>
            </a:extLst>
          </p:cNvPr>
          <p:cNvCxnSpPr/>
          <p:nvPr/>
        </p:nvCxnSpPr>
        <p:spPr>
          <a:xfrm>
            <a:off x="2687637" y="60380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8888442D-4081-4EE7-8E52-C2D75C17EF0B}"/>
              </a:ext>
            </a:extLst>
          </p:cNvPr>
          <p:cNvCxnSpPr/>
          <p:nvPr/>
        </p:nvCxnSpPr>
        <p:spPr>
          <a:xfrm>
            <a:off x="2681287" y="60904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8FF31FA-A047-CCC2-CC4C-601F3718498E}"/>
              </a:ext>
            </a:extLst>
          </p:cNvPr>
          <p:cNvCxnSpPr/>
          <p:nvPr/>
        </p:nvCxnSpPr>
        <p:spPr>
          <a:xfrm>
            <a:off x="2687637" y="61428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FE95888B-C296-1BB8-693A-3AF136008473}"/>
              </a:ext>
            </a:extLst>
          </p:cNvPr>
          <p:cNvCxnSpPr/>
          <p:nvPr/>
        </p:nvCxnSpPr>
        <p:spPr>
          <a:xfrm>
            <a:off x="2716211" y="61904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8BC3D608-F218-EB91-F6E3-A741CA8474EE}"/>
              </a:ext>
            </a:extLst>
          </p:cNvPr>
          <p:cNvCxnSpPr/>
          <p:nvPr/>
        </p:nvCxnSpPr>
        <p:spPr>
          <a:xfrm>
            <a:off x="2661438" y="62380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0DC8C26D-F238-EA82-D07C-BA10F8BB0765}"/>
              </a:ext>
            </a:extLst>
          </p:cNvPr>
          <p:cNvCxnSpPr/>
          <p:nvPr/>
        </p:nvCxnSpPr>
        <p:spPr>
          <a:xfrm>
            <a:off x="2687637" y="629047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234C5742-1AF8-D858-9BF1-0AF043A420D2}"/>
              </a:ext>
            </a:extLst>
          </p:cNvPr>
          <p:cNvCxnSpPr/>
          <p:nvPr/>
        </p:nvCxnSpPr>
        <p:spPr>
          <a:xfrm>
            <a:off x="2716211" y="634285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0DCA6D38-B098-789F-1B82-03158412790A}"/>
              </a:ext>
            </a:extLst>
          </p:cNvPr>
          <p:cNvCxnSpPr/>
          <p:nvPr/>
        </p:nvCxnSpPr>
        <p:spPr>
          <a:xfrm>
            <a:off x="2637630" y="63952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3F520891-5BC1-A4E9-2BD5-AD06683F72F5}"/>
              </a:ext>
            </a:extLst>
          </p:cNvPr>
          <p:cNvCxnSpPr/>
          <p:nvPr/>
        </p:nvCxnSpPr>
        <p:spPr>
          <a:xfrm>
            <a:off x="2661438" y="64500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2554350D-A6B4-8D80-13A0-27579C0BD2CD}"/>
              </a:ext>
            </a:extLst>
          </p:cNvPr>
          <p:cNvCxnSpPr/>
          <p:nvPr/>
        </p:nvCxnSpPr>
        <p:spPr>
          <a:xfrm>
            <a:off x="2636835" y="65000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DBEE41ED-5CFD-A17D-F17E-AD3228EA0C9D}"/>
              </a:ext>
            </a:extLst>
          </p:cNvPr>
          <p:cNvCxnSpPr/>
          <p:nvPr/>
        </p:nvCxnSpPr>
        <p:spPr>
          <a:xfrm>
            <a:off x="2643979" y="65595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2B223185-F550-A743-E982-CD6BBFCDE8FE}"/>
              </a:ext>
            </a:extLst>
          </p:cNvPr>
          <p:cNvCxnSpPr/>
          <p:nvPr/>
        </p:nvCxnSpPr>
        <p:spPr>
          <a:xfrm>
            <a:off x="2653504" y="661193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C8086E02-C80E-58A2-57F7-7E62CD8BF89A}"/>
              </a:ext>
            </a:extLst>
          </p:cNvPr>
          <p:cNvCxnSpPr/>
          <p:nvPr/>
        </p:nvCxnSpPr>
        <p:spPr>
          <a:xfrm>
            <a:off x="2549524" y="66738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0837C48C-59C0-527C-1808-5B5ED9DF9063}"/>
              </a:ext>
            </a:extLst>
          </p:cNvPr>
          <p:cNvCxnSpPr>
            <a:cxnSpLocks/>
          </p:cNvCxnSpPr>
          <p:nvPr/>
        </p:nvCxnSpPr>
        <p:spPr>
          <a:xfrm>
            <a:off x="4769642" y="-13295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381BF5B1-7F38-725E-085D-5EEBFF06A8BE}"/>
              </a:ext>
            </a:extLst>
          </p:cNvPr>
          <p:cNvCxnSpPr>
            <a:cxnSpLocks/>
          </p:cNvCxnSpPr>
          <p:nvPr/>
        </p:nvCxnSpPr>
        <p:spPr>
          <a:xfrm>
            <a:off x="4829173" y="-10359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8A82D016-5B15-C839-4D2E-7043C562D1C9}"/>
              </a:ext>
            </a:extLst>
          </p:cNvPr>
          <p:cNvCxnSpPr>
            <a:cxnSpLocks/>
          </p:cNvCxnSpPr>
          <p:nvPr/>
        </p:nvCxnSpPr>
        <p:spPr>
          <a:xfrm>
            <a:off x="4881560" y="-10359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367DBED6-07C4-5CBE-3E80-E065F5B28423}"/>
              </a:ext>
            </a:extLst>
          </p:cNvPr>
          <p:cNvCxnSpPr>
            <a:cxnSpLocks/>
          </p:cNvCxnSpPr>
          <p:nvPr/>
        </p:nvCxnSpPr>
        <p:spPr>
          <a:xfrm>
            <a:off x="4926805" y="-13295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2131DE12-9A2A-2745-FFD1-BAFD6EDB27B9}"/>
              </a:ext>
            </a:extLst>
          </p:cNvPr>
          <p:cNvCxnSpPr>
            <a:cxnSpLocks/>
          </p:cNvCxnSpPr>
          <p:nvPr/>
        </p:nvCxnSpPr>
        <p:spPr>
          <a:xfrm>
            <a:off x="4976810" y="-8294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00758A40-47E1-22C6-0099-8C31C218F230}"/>
              </a:ext>
            </a:extLst>
          </p:cNvPr>
          <p:cNvCxnSpPr>
            <a:cxnSpLocks/>
          </p:cNvCxnSpPr>
          <p:nvPr/>
        </p:nvCxnSpPr>
        <p:spPr>
          <a:xfrm>
            <a:off x="5029198" y="-10359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CD995E60-7E41-B38B-A32D-682DD28836A8}"/>
              </a:ext>
            </a:extLst>
          </p:cNvPr>
          <p:cNvCxnSpPr>
            <a:cxnSpLocks/>
          </p:cNvCxnSpPr>
          <p:nvPr/>
        </p:nvCxnSpPr>
        <p:spPr>
          <a:xfrm>
            <a:off x="5079205" y="-10359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9819F6E0-76BA-3A23-0892-37697E5191CA}"/>
              </a:ext>
            </a:extLst>
          </p:cNvPr>
          <p:cNvCxnSpPr>
            <a:cxnSpLocks/>
          </p:cNvCxnSpPr>
          <p:nvPr/>
        </p:nvCxnSpPr>
        <p:spPr>
          <a:xfrm>
            <a:off x="5124449" y="8214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84ED2615-5D23-DAE5-C307-3FC3AF5532D4}"/>
              </a:ext>
            </a:extLst>
          </p:cNvPr>
          <p:cNvCxnSpPr>
            <a:cxnSpLocks/>
          </p:cNvCxnSpPr>
          <p:nvPr/>
        </p:nvCxnSpPr>
        <p:spPr>
          <a:xfrm>
            <a:off x="5176836" y="3135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E8A1BD2A-C9EA-4CAE-46C6-ABB5986F7609}"/>
              </a:ext>
            </a:extLst>
          </p:cNvPr>
          <p:cNvCxnSpPr>
            <a:cxnSpLocks/>
          </p:cNvCxnSpPr>
          <p:nvPr/>
        </p:nvCxnSpPr>
        <p:spPr>
          <a:xfrm>
            <a:off x="5231605" y="5515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B07F9940-A0F3-90C7-83D0-F3B155970AC6}"/>
              </a:ext>
            </a:extLst>
          </p:cNvPr>
          <p:cNvCxnSpPr>
            <a:cxnSpLocks/>
          </p:cNvCxnSpPr>
          <p:nvPr/>
        </p:nvCxnSpPr>
        <p:spPr>
          <a:xfrm>
            <a:off x="5276849" y="19089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3E4484FE-EC46-4653-28F0-423F201DF1E7}"/>
              </a:ext>
            </a:extLst>
          </p:cNvPr>
          <p:cNvCxnSpPr>
            <a:cxnSpLocks/>
          </p:cNvCxnSpPr>
          <p:nvPr/>
        </p:nvCxnSpPr>
        <p:spPr>
          <a:xfrm>
            <a:off x="5231605" y="4880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496C0A86-875C-A89B-881D-D0B09F1DA689}"/>
              </a:ext>
            </a:extLst>
          </p:cNvPr>
          <p:cNvCxnSpPr>
            <a:cxnSpLocks/>
          </p:cNvCxnSpPr>
          <p:nvPr/>
        </p:nvCxnSpPr>
        <p:spPr>
          <a:xfrm>
            <a:off x="5348287" y="33020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7C398AB3-677E-252C-27F4-23109ACE6312}"/>
              </a:ext>
            </a:extLst>
          </p:cNvPr>
          <p:cNvCxnSpPr>
            <a:cxnSpLocks/>
          </p:cNvCxnSpPr>
          <p:nvPr/>
        </p:nvCxnSpPr>
        <p:spPr>
          <a:xfrm>
            <a:off x="5395913" y="277812"/>
            <a:ext cx="0" cy="749022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F47AF0F6-17E5-EE55-A6CA-872D9202EFDD}"/>
              </a:ext>
            </a:extLst>
          </p:cNvPr>
          <p:cNvCxnSpPr>
            <a:cxnSpLocks/>
          </p:cNvCxnSpPr>
          <p:nvPr/>
        </p:nvCxnSpPr>
        <p:spPr>
          <a:xfrm>
            <a:off x="5453061" y="254794"/>
            <a:ext cx="0" cy="749419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F5602F24-519B-53B2-79AB-29694F15DF8E}"/>
              </a:ext>
            </a:extLst>
          </p:cNvPr>
          <p:cNvCxnSpPr>
            <a:cxnSpLocks/>
          </p:cNvCxnSpPr>
          <p:nvPr/>
        </p:nvCxnSpPr>
        <p:spPr>
          <a:xfrm>
            <a:off x="5510212" y="254794"/>
            <a:ext cx="0" cy="749419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FE4BD87F-4079-5492-3B83-BC5F585D752A}"/>
              </a:ext>
            </a:extLst>
          </p:cNvPr>
          <p:cNvCxnSpPr>
            <a:cxnSpLocks/>
          </p:cNvCxnSpPr>
          <p:nvPr/>
        </p:nvCxnSpPr>
        <p:spPr>
          <a:xfrm>
            <a:off x="5557837" y="238125"/>
            <a:ext cx="0" cy="751086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A5F62192-7270-32C1-1194-889AB09FDC97}"/>
              </a:ext>
            </a:extLst>
          </p:cNvPr>
          <p:cNvCxnSpPr>
            <a:cxnSpLocks/>
          </p:cNvCxnSpPr>
          <p:nvPr/>
        </p:nvCxnSpPr>
        <p:spPr>
          <a:xfrm>
            <a:off x="5600699" y="190894"/>
            <a:ext cx="0" cy="756682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BE600BA3-A10A-86ED-632F-0AFEFC60EF4C}"/>
              </a:ext>
            </a:extLst>
          </p:cNvPr>
          <p:cNvCxnSpPr>
            <a:cxnSpLocks/>
          </p:cNvCxnSpPr>
          <p:nvPr/>
        </p:nvCxnSpPr>
        <p:spPr>
          <a:xfrm>
            <a:off x="5657849" y="133350"/>
            <a:ext cx="0" cy="767516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D0DD8725-009A-E8F0-8F85-21144CD202C6}"/>
              </a:ext>
            </a:extLst>
          </p:cNvPr>
          <p:cNvCxnSpPr>
            <a:cxnSpLocks/>
          </p:cNvCxnSpPr>
          <p:nvPr/>
        </p:nvCxnSpPr>
        <p:spPr>
          <a:xfrm>
            <a:off x="5703093" y="133350"/>
            <a:ext cx="0" cy="761563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E35B8E38-F42E-1586-E675-8B12AB0E9182}"/>
              </a:ext>
            </a:extLst>
          </p:cNvPr>
          <p:cNvCxnSpPr>
            <a:cxnSpLocks/>
          </p:cNvCxnSpPr>
          <p:nvPr/>
        </p:nvCxnSpPr>
        <p:spPr>
          <a:xfrm>
            <a:off x="5750718" y="133350"/>
            <a:ext cx="0" cy="763468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EA2AF165-4A97-A90F-8D2D-6CEBD8283C47}"/>
              </a:ext>
            </a:extLst>
          </p:cNvPr>
          <p:cNvCxnSpPr>
            <a:cxnSpLocks/>
          </p:cNvCxnSpPr>
          <p:nvPr/>
        </p:nvCxnSpPr>
        <p:spPr>
          <a:xfrm>
            <a:off x="5805487" y="48806"/>
            <a:ext cx="0" cy="779186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6AB030EB-CC40-3ED5-4B0C-1B589E49BE85}"/>
              </a:ext>
            </a:extLst>
          </p:cNvPr>
          <p:cNvCxnSpPr>
            <a:cxnSpLocks/>
          </p:cNvCxnSpPr>
          <p:nvPr/>
        </p:nvCxnSpPr>
        <p:spPr>
          <a:xfrm>
            <a:off x="5860255" y="82144"/>
            <a:ext cx="0" cy="777161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81B0C995-486A-BD49-F5B5-E306CD6B41C6}"/>
              </a:ext>
            </a:extLst>
          </p:cNvPr>
          <p:cNvCxnSpPr>
            <a:cxnSpLocks/>
          </p:cNvCxnSpPr>
          <p:nvPr/>
        </p:nvCxnSpPr>
        <p:spPr>
          <a:xfrm>
            <a:off x="5905499" y="82144"/>
            <a:ext cx="0" cy="778272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9D76015-54CE-01C9-58CB-31326C9885EF}"/>
              </a:ext>
            </a:extLst>
          </p:cNvPr>
          <p:cNvCxnSpPr>
            <a:cxnSpLocks/>
          </p:cNvCxnSpPr>
          <p:nvPr/>
        </p:nvCxnSpPr>
        <p:spPr>
          <a:xfrm>
            <a:off x="5958679" y="55156"/>
            <a:ext cx="0" cy="771684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B46BBF1D-DDA4-741A-164E-4E6F30DE6576}"/>
              </a:ext>
            </a:extLst>
          </p:cNvPr>
          <p:cNvCxnSpPr>
            <a:cxnSpLocks/>
          </p:cNvCxnSpPr>
          <p:nvPr/>
        </p:nvCxnSpPr>
        <p:spPr>
          <a:xfrm>
            <a:off x="6011067" y="82144"/>
            <a:ext cx="0" cy="785337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F7688DD1-FD90-0B10-B47D-420845D11A61}"/>
              </a:ext>
            </a:extLst>
          </p:cNvPr>
          <p:cNvCxnSpPr>
            <a:cxnSpLocks/>
          </p:cNvCxnSpPr>
          <p:nvPr/>
        </p:nvCxnSpPr>
        <p:spPr>
          <a:xfrm>
            <a:off x="6065835" y="133350"/>
            <a:ext cx="0" cy="780216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D1BD27FD-A01C-E7F5-9F90-144663AA28DE}"/>
              </a:ext>
            </a:extLst>
          </p:cNvPr>
          <p:cNvCxnSpPr>
            <a:cxnSpLocks/>
          </p:cNvCxnSpPr>
          <p:nvPr/>
        </p:nvCxnSpPr>
        <p:spPr>
          <a:xfrm flipH="1">
            <a:off x="6118224" y="133350"/>
            <a:ext cx="7942" cy="780216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6B010C79-FC7E-BE6A-6317-2453D6CB6D6C}"/>
              </a:ext>
            </a:extLst>
          </p:cNvPr>
          <p:cNvCxnSpPr>
            <a:cxnSpLocks/>
          </p:cNvCxnSpPr>
          <p:nvPr/>
        </p:nvCxnSpPr>
        <p:spPr>
          <a:xfrm>
            <a:off x="6170612" y="108743"/>
            <a:ext cx="0" cy="782677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77AEBB03-A4DD-81C8-B89A-6A1519D550B1}"/>
              </a:ext>
            </a:extLst>
          </p:cNvPr>
          <p:cNvCxnSpPr>
            <a:cxnSpLocks/>
          </p:cNvCxnSpPr>
          <p:nvPr/>
        </p:nvCxnSpPr>
        <p:spPr>
          <a:xfrm>
            <a:off x="6222999" y="108743"/>
            <a:ext cx="0" cy="785217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FB453B01-3073-B961-4816-774359B3BB38}"/>
              </a:ext>
            </a:extLst>
          </p:cNvPr>
          <p:cNvCxnSpPr>
            <a:cxnSpLocks/>
          </p:cNvCxnSpPr>
          <p:nvPr/>
        </p:nvCxnSpPr>
        <p:spPr>
          <a:xfrm>
            <a:off x="6276972" y="108743"/>
            <a:ext cx="0" cy="78521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C9E76C48-37A7-F80B-C939-44F342E3DAE7}"/>
              </a:ext>
            </a:extLst>
          </p:cNvPr>
          <p:cNvCxnSpPr>
            <a:cxnSpLocks/>
          </p:cNvCxnSpPr>
          <p:nvPr/>
        </p:nvCxnSpPr>
        <p:spPr>
          <a:xfrm>
            <a:off x="6337296" y="82144"/>
            <a:ext cx="0" cy="785336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CCA75F87-2881-F430-F13D-F3E8B6CF4D25}"/>
              </a:ext>
            </a:extLst>
          </p:cNvPr>
          <p:cNvCxnSpPr>
            <a:cxnSpLocks/>
          </p:cNvCxnSpPr>
          <p:nvPr/>
        </p:nvCxnSpPr>
        <p:spPr>
          <a:xfrm>
            <a:off x="6390477" y="31350"/>
            <a:ext cx="0" cy="792956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83AE29F7-C8BE-22FB-FB75-FC70C667B1C5}"/>
              </a:ext>
            </a:extLst>
          </p:cNvPr>
          <p:cNvCxnSpPr>
            <a:cxnSpLocks/>
          </p:cNvCxnSpPr>
          <p:nvPr/>
        </p:nvCxnSpPr>
        <p:spPr>
          <a:xfrm>
            <a:off x="6440486" y="31350"/>
            <a:ext cx="0" cy="792123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9709442C-956A-4B38-838C-3B759111E759}"/>
              </a:ext>
            </a:extLst>
          </p:cNvPr>
          <p:cNvCxnSpPr>
            <a:cxnSpLocks/>
          </p:cNvCxnSpPr>
          <p:nvPr/>
        </p:nvCxnSpPr>
        <p:spPr>
          <a:xfrm>
            <a:off x="6493665" y="108743"/>
            <a:ext cx="0" cy="782676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07FE3B20-CFA1-1C6B-FA18-344B565EBF33}"/>
              </a:ext>
            </a:extLst>
          </p:cNvPr>
          <p:cNvCxnSpPr>
            <a:cxnSpLocks/>
          </p:cNvCxnSpPr>
          <p:nvPr/>
        </p:nvCxnSpPr>
        <p:spPr>
          <a:xfrm>
            <a:off x="6544464" y="108743"/>
            <a:ext cx="0" cy="782676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6831131B-C485-B450-D5D4-1E81E60FECDA}"/>
              </a:ext>
            </a:extLst>
          </p:cNvPr>
          <p:cNvCxnSpPr>
            <a:cxnSpLocks/>
          </p:cNvCxnSpPr>
          <p:nvPr/>
        </p:nvCxnSpPr>
        <p:spPr>
          <a:xfrm>
            <a:off x="6588125" y="82144"/>
            <a:ext cx="0" cy="785336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2FD870C3-389E-6A0E-F195-4C38AED6408C}"/>
              </a:ext>
            </a:extLst>
          </p:cNvPr>
          <p:cNvCxnSpPr>
            <a:cxnSpLocks/>
          </p:cNvCxnSpPr>
          <p:nvPr/>
        </p:nvCxnSpPr>
        <p:spPr>
          <a:xfrm>
            <a:off x="6643684" y="133350"/>
            <a:ext cx="0" cy="781923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400AB8A1-9732-B1ED-DD16-31874AD1A3BE}"/>
              </a:ext>
            </a:extLst>
          </p:cNvPr>
          <p:cNvCxnSpPr>
            <a:cxnSpLocks/>
          </p:cNvCxnSpPr>
          <p:nvPr/>
        </p:nvCxnSpPr>
        <p:spPr>
          <a:xfrm>
            <a:off x="6687342" y="168274"/>
            <a:ext cx="0" cy="776723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01189D7D-E68D-3333-2129-90F43BB4E04D}"/>
              </a:ext>
            </a:extLst>
          </p:cNvPr>
          <p:cNvCxnSpPr>
            <a:cxnSpLocks/>
          </p:cNvCxnSpPr>
          <p:nvPr/>
        </p:nvCxnSpPr>
        <p:spPr>
          <a:xfrm>
            <a:off x="6733377" y="220662"/>
            <a:ext cx="0" cy="7714849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CF1BC133-CB25-78B7-69F6-B39A2471239A}"/>
              </a:ext>
            </a:extLst>
          </p:cNvPr>
          <p:cNvCxnSpPr>
            <a:cxnSpLocks/>
          </p:cNvCxnSpPr>
          <p:nvPr/>
        </p:nvCxnSpPr>
        <p:spPr>
          <a:xfrm>
            <a:off x="6788145" y="254794"/>
            <a:ext cx="0" cy="783074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3AF0E709-D108-574C-4000-E51EC67A9AD2}"/>
              </a:ext>
            </a:extLst>
          </p:cNvPr>
          <p:cNvCxnSpPr>
            <a:cxnSpLocks/>
          </p:cNvCxnSpPr>
          <p:nvPr/>
        </p:nvCxnSpPr>
        <p:spPr>
          <a:xfrm>
            <a:off x="6834183" y="277812"/>
            <a:ext cx="0" cy="783788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3B1F3C2-73FB-E462-4C2A-0123E3564809}"/>
              </a:ext>
            </a:extLst>
          </p:cNvPr>
          <p:cNvCxnSpPr>
            <a:cxnSpLocks/>
          </p:cNvCxnSpPr>
          <p:nvPr/>
        </p:nvCxnSpPr>
        <p:spPr>
          <a:xfrm>
            <a:off x="6900860" y="380206"/>
            <a:ext cx="0" cy="772716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D66E05FF-5A77-56A9-0F65-26BD757A16F9}"/>
              </a:ext>
            </a:extLst>
          </p:cNvPr>
          <p:cNvCxnSpPr>
            <a:cxnSpLocks/>
          </p:cNvCxnSpPr>
          <p:nvPr/>
        </p:nvCxnSpPr>
        <p:spPr>
          <a:xfrm>
            <a:off x="6955625" y="594518"/>
            <a:ext cx="0" cy="752117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7853FE65-51E3-2EDA-1C37-CDA1D1530DBB}"/>
              </a:ext>
            </a:extLst>
          </p:cNvPr>
          <p:cNvCxnSpPr>
            <a:cxnSpLocks/>
          </p:cNvCxnSpPr>
          <p:nvPr/>
        </p:nvCxnSpPr>
        <p:spPr>
          <a:xfrm>
            <a:off x="7012777" y="725485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4FDCA452-70B8-A496-305B-5E9935301BFE}"/>
              </a:ext>
            </a:extLst>
          </p:cNvPr>
          <p:cNvCxnSpPr>
            <a:cxnSpLocks/>
          </p:cNvCxnSpPr>
          <p:nvPr/>
        </p:nvCxnSpPr>
        <p:spPr>
          <a:xfrm>
            <a:off x="7055640" y="85764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861D253C-1ADE-7600-8992-148FDB2401F5}"/>
              </a:ext>
            </a:extLst>
          </p:cNvPr>
          <p:cNvCxnSpPr>
            <a:cxnSpLocks/>
          </p:cNvCxnSpPr>
          <p:nvPr/>
        </p:nvCxnSpPr>
        <p:spPr>
          <a:xfrm>
            <a:off x="7103265" y="85764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2C74B57F-E1F3-7C38-CB4F-A3BB48B5EF19}"/>
              </a:ext>
            </a:extLst>
          </p:cNvPr>
          <p:cNvCxnSpPr>
            <a:cxnSpLocks/>
          </p:cNvCxnSpPr>
          <p:nvPr/>
        </p:nvCxnSpPr>
        <p:spPr>
          <a:xfrm>
            <a:off x="7155652" y="86518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C70DF351-8EF8-A145-3D75-0EA22FB2AF3E}"/>
              </a:ext>
            </a:extLst>
          </p:cNvPr>
          <p:cNvCxnSpPr>
            <a:cxnSpLocks/>
          </p:cNvCxnSpPr>
          <p:nvPr/>
        </p:nvCxnSpPr>
        <p:spPr>
          <a:xfrm>
            <a:off x="7215183" y="86518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B6B59822-BA1B-0A59-7DE0-FCBF8F4C8C44}"/>
              </a:ext>
            </a:extLst>
          </p:cNvPr>
          <p:cNvCxnSpPr>
            <a:cxnSpLocks/>
          </p:cNvCxnSpPr>
          <p:nvPr/>
        </p:nvCxnSpPr>
        <p:spPr>
          <a:xfrm>
            <a:off x="7265190" y="89137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53FDFDB2-B63E-2EFE-5F38-769769ECBD98}"/>
              </a:ext>
            </a:extLst>
          </p:cNvPr>
          <p:cNvCxnSpPr>
            <a:cxnSpLocks/>
          </p:cNvCxnSpPr>
          <p:nvPr/>
        </p:nvCxnSpPr>
        <p:spPr>
          <a:xfrm>
            <a:off x="7310434" y="86518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BC7BAAA-7FA8-4740-1B4C-FDD6BB80DAA2}"/>
              </a:ext>
            </a:extLst>
          </p:cNvPr>
          <p:cNvCxnSpPr>
            <a:cxnSpLocks/>
          </p:cNvCxnSpPr>
          <p:nvPr/>
        </p:nvCxnSpPr>
        <p:spPr>
          <a:xfrm>
            <a:off x="7360440" y="90566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28D2A980-8BB4-3E9C-9597-8F3310510EFD}"/>
              </a:ext>
            </a:extLst>
          </p:cNvPr>
          <p:cNvCxnSpPr>
            <a:cxnSpLocks/>
          </p:cNvCxnSpPr>
          <p:nvPr/>
        </p:nvCxnSpPr>
        <p:spPr>
          <a:xfrm>
            <a:off x="7419971" y="89137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F32545D9-4017-602E-264E-1D40842F548A}"/>
              </a:ext>
            </a:extLst>
          </p:cNvPr>
          <p:cNvCxnSpPr>
            <a:cxnSpLocks/>
          </p:cNvCxnSpPr>
          <p:nvPr/>
        </p:nvCxnSpPr>
        <p:spPr>
          <a:xfrm>
            <a:off x="7486646" y="92749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32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C2B2C7B-A6C4-5DB7-608F-4A22D7647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588" y="0"/>
            <a:ext cx="2330823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9A3D0C1-B782-44FE-3E4B-354A533C2B33}"/>
              </a:ext>
            </a:extLst>
          </p:cNvPr>
          <p:cNvCxnSpPr/>
          <p:nvPr/>
        </p:nvCxnSpPr>
        <p:spPr>
          <a:xfrm>
            <a:off x="2539999" y="1777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9D01CCE-A067-62BB-ABAB-563D173DF13A}"/>
              </a:ext>
            </a:extLst>
          </p:cNvPr>
          <p:cNvCxnSpPr/>
          <p:nvPr/>
        </p:nvCxnSpPr>
        <p:spPr>
          <a:xfrm>
            <a:off x="2687636" y="2397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1542E7F-9810-55B7-FE6B-A4A3CC4C9507}"/>
              </a:ext>
            </a:extLst>
          </p:cNvPr>
          <p:cNvCxnSpPr/>
          <p:nvPr/>
        </p:nvCxnSpPr>
        <p:spPr>
          <a:xfrm>
            <a:off x="2687636" y="2873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0E26F1F-45A2-CC32-4113-2E406AC8D98D}"/>
              </a:ext>
            </a:extLst>
          </p:cNvPr>
          <p:cNvCxnSpPr/>
          <p:nvPr/>
        </p:nvCxnSpPr>
        <p:spPr>
          <a:xfrm>
            <a:off x="2711449" y="3301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A229824-6E65-C665-5A53-47B16B08C1A4}"/>
              </a:ext>
            </a:extLst>
          </p:cNvPr>
          <p:cNvCxnSpPr/>
          <p:nvPr/>
        </p:nvCxnSpPr>
        <p:spPr>
          <a:xfrm>
            <a:off x="2711449" y="3849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49B6D33-E625-B605-1FBB-C7B173A81010}"/>
              </a:ext>
            </a:extLst>
          </p:cNvPr>
          <p:cNvCxnSpPr/>
          <p:nvPr/>
        </p:nvCxnSpPr>
        <p:spPr>
          <a:xfrm>
            <a:off x="2687636" y="44688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DD94F27-6912-5183-EB67-E3F0BBC58ED0}"/>
              </a:ext>
            </a:extLst>
          </p:cNvPr>
          <p:cNvCxnSpPr/>
          <p:nvPr/>
        </p:nvCxnSpPr>
        <p:spPr>
          <a:xfrm>
            <a:off x="2711449" y="4992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A4E54CE-021D-0F15-FF94-F730FD4E9847}"/>
              </a:ext>
            </a:extLst>
          </p:cNvPr>
          <p:cNvCxnSpPr/>
          <p:nvPr/>
        </p:nvCxnSpPr>
        <p:spPr>
          <a:xfrm>
            <a:off x="2711449" y="60166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35B0514-9B7D-B12B-4722-9EC312D9FBF7}"/>
              </a:ext>
            </a:extLst>
          </p:cNvPr>
          <p:cNvCxnSpPr/>
          <p:nvPr/>
        </p:nvCxnSpPr>
        <p:spPr>
          <a:xfrm>
            <a:off x="2737643" y="5468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0761DCF-32E2-DD6B-F658-9E4C276949B6}"/>
              </a:ext>
            </a:extLst>
          </p:cNvPr>
          <p:cNvCxnSpPr/>
          <p:nvPr/>
        </p:nvCxnSpPr>
        <p:spPr>
          <a:xfrm>
            <a:off x="2687636" y="6516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D1A8242-DA27-F629-B5FD-6FE7A24723EE}"/>
              </a:ext>
            </a:extLst>
          </p:cNvPr>
          <p:cNvCxnSpPr/>
          <p:nvPr/>
        </p:nvCxnSpPr>
        <p:spPr>
          <a:xfrm>
            <a:off x="2711449" y="7088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B5BCB4-5DBE-B4C1-96A1-A146C0297412}"/>
              </a:ext>
            </a:extLst>
          </p:cNvPr>
          <p:cNvCxnSpPr/>
          <p:nvPr/>
        </p:nvCxnSpPr>
        <p:spPr>
          <a:xfrm>
            <a:off x="2687636" y="81517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B9D17A8-7FCE-7655-E02A-C50EF75A32D2}"/>
              </a:ext>
            </a:extLst>
          </p:cNvPr>
          <p:cNvCxnSpPr/>
          <p:nvPr/>
        </p:nvCxnSpPr>
        <p:spPr>
          <a:xfrm>
            <a:off x="2687636" y="7659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30BEB01-1E2E-5632-8222-E496B5ECABDF}"/>
              </a:ext>
            </a:extLst>
          </p:cNvPr>
          <p:cNvCxnSpPr/>
          <p:nvPr/>
        </p:nvCxnSpPr>
        <p:spPr>
          <a:xfrm>
            <a:off x="2842417" y="87471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CC98523-D0DB-10A9-115F-E97FFEADD6A9}"/>
              </a:ext>
            </a:extLst>
          </p:cNvPr>
          <p:cNvCxnSpPr/>
          <p:nvPr/>
        </p:nvCxnSpPr>
        <p:spPr>
          <a:xfrm>
            <a:off x="2842417" y="92947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08056EF-97CA-2AD3-C9D4-B46A5BDD1E77}"/>
              </a:ext>
            </a:extLst>
          </p:cNvPr>
          <p:cNvCxnSpPr/>
          <p:nvPr/>
        </p:nvCxnSpPr>
        <p:spPr>
          <a:xfrm>
            <a:off x="2842417" y="9842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E64514B-95F4-DC09-3500-61016631FD9A}"/>
              </a:ext>
            </a:extLst>
          </p:cNvPr>
          <p:cNvCxnSpPr/>
          <p:nvPr/>
        </p:nvCxnSpPr>
        <p:spPr>
          <a:xfrm>
            <a:off x="2842417" y="104139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B5B96F4-0515-AF7C-5935-14DC0D443615}"/>
              </a:ext>
            </a:extLst>
          </p:cNvPr>
          <p:cNvCxnSpPr/>
          <p:nvPr/>
        </p:nvCxnSpPr>
        <p:spPr>
          <a:xfrm>
            <a:off x="2842417" y="108902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B1F8884-2B80-EFBC-5F6C-A62C7D085F6E}"/>
              </a:ext>
            </a:extLst>
          </p:cNvPr>
          <p:cNvCxnSpPr/>
          <p:nvPr/>
        </p:nvCxnSpPr>
        <p:spPr>
          <a:xfrm>
            <a:off x="2875755" y="114141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CC65335-29B9-F47C-7891-D1E58DE4FEDC}"/>
              </a:ext>
            </a:extLst>
          </p:cNvPr>
          <p:cNvCxnSpPr/>
          <p:nvPr/>
        </p:nvCxnSpPr>
        <p:spPr>
          <a:xfrm>
            <a:off x="2842417" y="11842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C700C70-6C84-C018-7310-3DBEA6321945}"/>
              </a:ext>
            </a:extLst>
          </p:cNvPr>
          <p:cNvCxnSpPr/>
          <p:nvPr/>
        </p:nvCxnSpPr>
        <p:spPr>
          <a:xfrm>
            <a:off x="2816224" y="123666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35EED17-E72A-7CCA-E4F8-6F6E08D54F40}"/>
              </a:ext>
            </a:extLst>
          </p:cNvPr>
          <p:cNvCxnSpPr/>
          <p:nvPr/>
        </p:nvCxnSpPr>
        <p:spPr>
          <a:xfrm>
            <a:off x="2842417" y="128190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D8F88C2-F67A-1094-58CC-F43CF5BF4587}"/>
              </a:ext>
            </a:extLst>
          </p:cNvPr>
          <p:cNvCxnSpPr/>
          <p:nvPr/>
        </p:nvCxnSpPr>
        <p:spPr>
          <a:xfrm>
            <a:off x="2842417" y="133905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0321C9C-E874-C43D-BAC5-021CCBBD1A5B}"/>
              </a:ext>
            </a:extLst>
          </p:cNvPr>
          <p:cNvCxnSpPr/>
          <p:nvPr/>
        </p:nvCxnSpPr>
        <p:spPr>
          <a:xfrm>
            <a:off x="2875755" y="138429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82DF4E2-FDAC-922B-117B-243A4BEF88BA}"/>
              </a:ext>
            </a:extLst>
          </p:cNvPr>
          <p:cNvCxnSpPr/>
          <p:nvPr/>
        </p:nvCxnSpPr>
        <p:spPr>
          <a:xfrm>
            <a:off x="2894805" y="143192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189800F3-FFC4-9779-A5EB-FC30DFA40CF5}"/>
              </a:ext>
            </a:extLst>
          </p:cNvPr>
          <p:cNvCxnSpPr/>
          <p:nvPr/>
        </p:nvCxnSpPr>
        <p:spPr>
          <a:xfrm>
            <a:off x="2894805" y="149383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FD26261-5AE6-B033-A841-F73B559A6E7F}"/>
              </a:ext>
            </a:extLst>
          </p:cNvPr>
          <p:cNvCxnSpPr/>
          <p:nvPr/>
        </p:nvCxnSpPr>
        <p:spPr>
          <a:xfrm>
            <a:off x="2859086" y="15557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F713660-BEDC-5E57-5CA3-97048555AB75}"/>
              </a:ext>
            </a:extLst>
          </p:cNvPr>
          <p:cNvCxnSpPr/>
          <p:nvPr/>
        </p:nvCxnSpPr>
        <p:spPr>
          <a:xfrm>
            <a:off x="2590005" y="16105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3DE7839-C6ED-890F-9D37-3D6D87A6EB8B}"/>
              </a:ext>
            </a:extLst>
          </p:cNvPr>
          <p:cNvCxnSpPr/>
          <p:nvPr/>
        </p:nvCxnSpPr>
        <p:spPr>
          <a:xfrm>
            <a:off x="2711449" y="166052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7E08500-25F3-298F-33E1-E94247CB1697}"/>
              </a:ext>
            </a:extLst>
          </p:cNvPr>
          <p:cNvCxnSpPr/>
          <p:nvPr/>
        </p:nvCxnSpPr>
        <p:spPr>
          <a:xfrm>
            <a:off x="2737643" y="170338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80E950F-BF02-85CF-8FD1-967A75892E12}"/>
              </a:ext>
            </a:extLst>
          </p:cNvPr>
          <p:cNvCxnSpPr/>
          <p:nvPr/>
        </p:nvCxnSpPr>
        <p:spPr>
          <a:xfrm>
            <a:off x="2737643" y="17533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D5E108D-71F0-0E45-91B6-6B8F6A231D4A}"/>
              </a:ext>
            </a:extLst>
          </p:cNvPr>
          <p:cNvCxnSpPr/>
          <p:nvPr/>
        </p:nvCxnSpPr>
        <p:spPr>
          <a:xfrm>
            <a:off x="2737643" y="18105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BFF56B2C-2D6F-2CCD-84DC-80F3B3D0584F}"/>
              </a:ext>
            </a:extLst>
          </p:cNvPr>
          <p:cNvCxnSpPr/>
          <p:nvPr/>
        </p:nvCxnSpPr>
        <p:spPr>
          <a:xfrm>
            <a:off x="2885280" y="18605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2CC94669-C616-66F3-C833-D72F638EFCAA}"/>
              </a:ext>
            </a:extLst>
          </p:cNvPr>
          <p:cNvCxnSpPr/>
          <p:nvPr/>
        </p:nvCxnSpPr>
        <p:spPr>
          <a:xfrm>
            <a:off x="2894805" y="19081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C238107D-6F28-0DAB-DC4E-F9DA35B7E8B6}"/>
              </a:ext>
            </a:extLst>
          </p:cNvPr>
          <p:cNvCxnSpPr/>
          <p:nvPr/>
        </p:nvCxnSpPr>
        <p:spPr>
          <a:xfrm>
            <a:off x="2894805" y="19629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D4A941C-E965-441D-3F49-6EA293C51859}"/>
              </a:ext>
            </a:extLst>
          </p:cNvPr>
          <p:cNvCxnSpPr/>
          <p:nvPr/>
        </p:nvCxnSpPr>
        <p:spPr>
          <a:xfrm>
            <a:off x="2737643" y="20129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49D9D26-D2C2-5A20-F26C-9B274E6BE657}"/>
              </a:ext>
            </a:extLst>
          </p:cNvPr>
          <p:cNvCxnSpPr/>
          <p:nvPr/>
        </p:nvCxnSpPr>
        <p:spPr>
          <a:xfrm>
            <a:off x="2885280" y="205581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EC73BF1-E0D7-EBD4-EE3B-9D5705ABD7F0}"/>
              </a:ext>
            </a:extLst>
          </p:cNvPr>
          <p:cNvCxnSpPr/>
          <p:nvPr/>
        </p:nvCxnSpPr>
        <p:spPr>
          <a:xfrm>
            <a:off x="2737643" y="21058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F6ECB2F-4E07-F4E5-F002-12BADAF4F57C}"/>
              </a:ext>
            </a:extLst>
          </p:cNvPr>
          <p:cNvCxnSpPr/>
          <p:nvPr/>
        </p:nvCxnSpPr>
        <p:spPr>
          <a:xfrm>
            <a:off x="2737643" y="21534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095FAF42-BFB4-DE6F-763E-E18F9A283C7F}"/>
              </a:ext>
            </a:extLst>
          </p:cNvPr>
          <p:cNvCxnSpPr/>
          <p:nvPr/>
        </p:nvCxnSpPr>
        <p:spPr>
          <a:xfrm>
            <a:off x="2770980" y="22105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661226F-BFF4-6E2A-916E-2157A41EDBD2}"/>
              </a:ext>
            </a:extLst>
          </p:cNvPr>
          <p:cNvCxnSpPr/>
          <p:nvPr/>
        </p:nvCxnSpPr>
        <p:spPr>
          <a:xfrm>
            <a:off x="2799555" y="22677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F0986EF5-800A-94DF-EA65-767A44B23CCA}"/>
              </a:ext>
            </a:extLst>
          </p:cNvPr>
          <p:cNvCxnSpPr/>
          <p:nvPr/>
        </p:nvCxnSpPr>
        <p:spPr>
          <a:xfrm>
            <a:off x="2770980" y="23296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DA012E7-F193-6A5A-040A-41DAFD6BD2EC}"/>
              </a:ext>
            </a:extLst>
          </p:cNvPr>
          <p:cNvCxnSpPr/>
          <p:nvPr/>
        </p:nvCxnSpPr>
        <p:spPr>
          <a:xfrm>
            <a:off x="2737643" y="237727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1A9402E-018A-43B3-CDFD-8A1941B4E42C}"/>
              </a:ext>
            </a:extLst>
          </p:cNvPr>
          <p:cNvCxnSpPr/>
          <p:nvPr/>
        </p:nvCxnSpPr>
        <p:spPr>
          <a:xfrm>
            <a:off x="2770980" y="24368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16503FD-1720-195F-6DC0-AD087C28CFF3}"/>
              </a:ext>
            </a:extLst>
          </p:cNvPr>
          <p:cNvCxnSpPr/>
          <p:nvPr/>
        </p:nvCxnSpPr>
        <p:spPr>
          <a:xfrm>
            <a:off x="2737643" y="24939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0D1AD9D3-9C64-2C04-E73C-4D9A70AA7A2E}"/>
              </a:ext>
            </a:extLst>
          </p:cNvPr>
          <p:cNvCxnSpPr/>
          <p:nvPr/>
        </p:nvCxnSpPr>
        <p:spPr>
          <a:xfrm>
            <a:off x="2911474" y="25463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19A38AE-C5BB-4837-70F7-8E7E552000D0}"/>
              </a:ext>
            </a:extLst>
          </p:cNvPr>
          <p:cNvCxnSpPr/>
          <p:nvPr/>
        </p:nvCxnSpPr>
        <p:spPr>
          <a:xfrm>
            <a:off x="2911474" y="26034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3F74C7A6-50B5-8BC0-DE07-25049227E624}"/>
              </a:ext>
            </a:extLst>
          </p:cNvPr>
          <p:cNvCxnSpPr/>
          <p:nvPr/>
        </p:nvCxnSpPr>
        <p:spPr>
          <a:xfrm>
            <a:off x="2942430" y="26630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0D8B2E1C-73B2-DEF0-BD24-E4C1F2BF8A09}"/>
              </a:ext>
            </a:extLst>
          </p:cNvPr>
          <p:cNvCxnSpPr/>
          <p:nvPr/>
        </p:nvCxnSpPr>
        <p:spPr>
          <a:xfrm>
            <a:off x="2942430" y="27082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3C3F8D2B-FE85-E48F-B1D8-90567D8E359B}"/>
              </a:ext>
            </a:extLst>
          </p:cNvPr>
          <p:cNvCxnSpPr/>
          <p:nvPr/>
        </p:nvCxnSpPr>
        <p:spPr>
          <a:xfrm>
            <a:off x="2942430" y="27582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2159C96-993F-9B71-C8EF-E8019C0734A6}"/>
              </a:ext>
            </a:extLst>
          </p:cNvPr>
          <p:cNvCxnSpPr/>
          <p:nvPr/>
        </p:nvCxnSpPr>
        <p:spPr>
          <a:xfrm>
            <a:off x="2911474" y="28130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2F9E017D-5CBA-CE02-30B2-3FA71205359D}"/>
              </a:ext>
            </a:extLst>
          </p:cNvPr>
          <p:cNvCxnSpPr/>
          <p:nvPr/>
        </p:nvCxnSpPr>
        <p:spPr>
          <a:xfrm>
            <a:off x="3075781" y="28749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196B5F04-2E40-DBA7-143F-3246D7E909EA}"/>
              </a:ext>
            </a:extLst>
          </p:cNvPr>
          <p:cNvCxnSpPr/>
          <p:nvPr/>
        </p:nvCxnSpPr>
        <p:spPr>
          <a:xfrm>
            <a:off x="3075781" y="291782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D2D50C76-CB88-2845-AF66-C240400FA722}"/>
              </a:ext>
            </a:extLst>
          </p:cNvPr>
          <p:cNvCxnSpPr/>
          <p:nvPr/>
        </p:nvCxnSpPr>
        <p:spPr>
          <a:xfrm>
            <a:off x="3063874" y="29654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4E4E503-6754-169F-9456-E5C5C9E06CA9}"/>
              </a:ext>
            </a:extLst>
          </p:cNvPr>
          <p:cNvCxnSpPr/>
          <p:nvPr/>
        </p:nvCxnSpPr>
        <p:spPr>
          <a:xfrm>
            <a:off x="2911474" y="30130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13B201C-985F-B2BC-1B91-228D9F3125A1}"/>
              </a:ext>
            </a:extLst>
          </p:cNvPr>
          <p:cNvCxnSpPr/>
          <p:nvPr/>
        </p:nvCxnSpPr>
        <p:spPr>
          <a:xfrm>
            <a:off x="3032918" y="30821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D53DF27-5E1C-2CCC-0523-F10DE6329056}"/>
              </a:ext>
            </a:extLst>
          </p:cNvPr>
          <p:cNvCxnSpPr/>
          <p:nvPr/>
        </p:nvCxnSpPr>
        <p:spPr>
          <a:xfrm>
            <a:off x="3063874" y="313213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38B3B8C-56F8-5F7E-0741-FF579DC20FCE}"/>
              </a:ext>
            </a:extLst>
          </p:cNvPr>
          <p:cNvCxnSpPr/>
          <p:nvPr/>
        </p:nvCxnSpPr>
        <p:spPr>
          <a:xfrm>
            <a:off x="3075781" y="31892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4BDE11A-7353-CFD5-0516-D595241304D6}"/>
              </a:ext>
            </a:extLst>
          </p:cNvPr>
          <p:cNvCxnSpPr/>
          <p:nvPr/>
        </p:nvCxnSpPr>
        <p:spPr>
          <a:xfrm>
            <a:off x="3075781" y="32369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BE28E56E-F047-A452-9762-8D571B64E1B4}"/>
              </a:ext>
            </a:extLst>
          </p:cNvPr>
          <p:cNvCxnSpPr/>
          <p:nvPr/>
        </p:nvCxnSpPr>
        <p:spPr>
          <a:xfrm>
            <a:off x="3075781" y="32964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5C6342F-1D3E-1E76-938B-D4AEC9081E28}"/>
              </a:ext>
            </a:extLst>
          </p:cNvPr>
          <p:cNvCxnSpPr/>
          <p:nvPr/>
        </p:nvCxnSpPr>
        <p:spPr>
          <a:xfrm>
            <a:off x="3075781" y="33440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DA077435-7F73-F392-023A-2E7D7F3B2725}"/>
              </a:ext>
            </a:extLst>
          </p:cNvPr>
          <p:cNvCxnSpPr/>
          <p:nvPr/>
        </p:nvCxnSpPr>
        <p:spPr>
          <a:xfrm>
            <a:off x="3099593" y="34012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7663B170-7225-9E20-11DA-39AE8D993DB3}"/>
              </a:ext>
            </a:extLst>
          </p:cNvPr>
          <p:cNvCxnSpPr/>
          <p:nvPr/>
        </p:nvCxnSpPr>
        <p:spPr>
          <a:xfrm>
            <a:off x="3075781" y="34631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A27A8E46-E75F-6431-D38F-3196394F4540}"/>
              </a:ext>
            </a:extLst>
          </p:cNvPr>
          <p:cNvCxnSpPr/>
          <p:nvPr/>
        </p:nvCxnSpPr>
        <p:spPr>
          <a:xfrm>
            <a:off x="3099593" y="35083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B37847E-F7AB-3A48-71FA-3AF048189912}"/>
              </a:ext>
            </a:extLst>
          </p:cNvPr>
          <p:cNvCxnSpPr/>
          <p:nvPr/>
        </p:nvCxnSpPr>
        <p:spPr>
          <a:xfrm>
            <a:off x="3075781" y="356314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BB5F7862-CDD6-E421-8C78-0C03107D32EF}"/>
              </a:ext>
            </a:extLst>
          </p:cNvPr>
          <p:cNvCxnSpPr/>
          <p:nvPr/>
        </p:nvCxnSpPr>
        <p:spPr>
          <a:xfrm>
            <a:off x="3242468" y="360838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D68254B5-FB4F-9F41-AA6E-59EE91A61111}"/>
              </a:ext>
            </a:extLst>
          </p:cNvPr>
          <p:cNvCxnSpPr/>
          <p:nvPr/>
        </p:nvCxnSpPr>
        <p:spPr>
          <a:xfrm>
            <a:off x="3251993" y="36607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FEACA0FA-8326-3760-90F1-789AB3A642A9}"/>
              </a:ext>
            </a:extLst>
          </p:cNvPr>
          <p:cNvCxnSpPr/>
          <p:nvPr/>
        </p:nvCxnSpPr>
        <p:spPr>
          <a:xfrm>
            <a:off x="2444750" y="371316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CFEC27F9-54AD-F699-4055-FC059DB9D805}"/>
              </a:ext>
            </a:extLst>
          </p:cNvPr>
          <p:cNvCxnSpPr/>
          <p:nvPr/>
        </p:nvCxnSpPr>
        <p:spPr>
          <a:xfrm>
            <a:off x="2566193" y="37679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D16161A2-E43E-0F2B-D90A-C73816BD7DC9}"/>
              </a:ext>
            </a:extLst>
          </p:cNvPr>
          <p:cNvCxnSpPr/>
          <p:nvPr/>
        </p:nvCxnSpPr>
        <p:spPr>
          <a:xfrm>
            <a:off x="2642393" y="38203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4D4260C9-9386-C8C6-3BA5-F99F72B670BB}"/>
              </a:ext>
            </a:extLst>
          </p:cNvPr>
          <p:cNvCxnSpPr/>
          <p:nvPr/>
        </p:nvCxnSpPr>
        <p:spPr>
          <a:xfrm>
            <a:off x="2597150" y="386556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B564574-FE60-23A5-6CFD-E8C3D56234B2}"/>
              </a:ext>
            </a:extLst>
          </p:cNvPr>
          <p:cNvCxnSpPr/>
          <p:nvPr/>
        </p:nvCxnSpPr>
        <p:spPr>
          <a:xfrm>
            <a:off x="2711449" y="39250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F58520F-C93A-D023-6350-6EF49BE44884}"/>
              </a:ext>
            </a:extLst>
          </p:cNvPr>
          <p:cNvCxnSpPr/>
          <p:nvPr/>
        </p:nvCxnSpPr>
        <p:spPr>
          <a:xfrm>
            <a:off x="2737643" y="397986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F55B4045-ACC9-A1D2-4688-D15B76C4A259}"/>
              </a:ext>
            </a:extLst>
          </p:cNvPr>
          <p:cNvCxnSpPr/>
          <p:nvPr/>
        </p:nvCxnSpPr>
        <p:spPr>
          <a:xfrm>
            <a:off x="2737643" y="403701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AE4057C8-AE6D-7235-DF13-0E7E15763ADC}"/>
              </a:ext>
            </a:extLst>
          </p:cNvPr>
          <p:cNvCxnSpPr/>
          <p:nvPr/>
        </p:nvCxnSpPr>
        <p:spPr>
          <a:xfrm>
            <a:off x="2711449" y="408701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6FF2061C-2237-F6DF-FA30-542893949111}"/>
              </a:ext>
            </a:extLst>
          </p:cNvPr>
          <p:cNvCxnSpPr/>
          <p:nvPr/>
        </p:nvCxnSpPr>
        <p:spPr>
          <a:xfrm>
            <a:off x="2711449" y="413226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3A33F86-B550-562E-8006-021DF4D6552B}"/>
              </a:ext>
            </a:extLst>
          </p:cNvPr>
          <p:cNvCxnSpPr/>
          <p:nvPr/>
        </p:nvCxnSpPr>
        <p:spPr>
          <a:xfrm>
            <a:off x="2711449" y="419417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ECB93B4-63A1-B0B2-69D3-4D943A0FC461}"/>
              </a:ext>
            </a:extLst>
          </p:cNvPr>
          <p:cNvCxnSpPr/>
          <p:nvPr/>
        </p:nvCxnSpPr>
        <p:spPr>
          <a:xfrm>
            <a:off x="2711449" y="423703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775EBF0-3A17-C2E3-7AB3-CAF7FF58CB24}"/>
              </a:ext>
            </a:extLst>
          </p:cNvPr>
          <p:cNvCxnSpPr/>
          <p:nvPr/>
        </p:nvCxnSpPr>
        <p:spPr>
          <a:xfrm>
            <a:off x="2711449" y="429418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4F5719C8-278A-7BF2-733D-0E3486E0564E}"/>
              </a:ext>
            </a:extLst>
          </p:cNvPr>
          <p:cNvCxnSpPr/>
          <p:nvPr/>
        </p:nvCxnSpPr>
        <p:spPr>
          <a:xfrm>
            <a:off x="2737643" y="435133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4726FDA5-A377-20D5-B911-B056ED407B0C}"/>
              </a:ext>
            </a:extLst>
          </p:cNvPr>
          <p:cNvCxnSpPr/>
          <p:nvPr/>
        </p:nvCxnSpPr>
        <p:spPr>
          <a:xfrm>
            <a:off x="2711449" y="44013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9A91199D-0DC7-CD9B-BF37-69741BEF4AB6}"/>
              </a:ext>
            </a:extLst>
          </p:cNvPr>
          <p:cNvCxnSpPr/>
          <p:nvPr/>
        </p:nvCxnSpPr>
        <p:spPr>
          <a:xfrm>
            <a:off x="2859086" y="44537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8F77488C-18E1-1F14-2765-4C76692214DB}"/>
              </a:ext>
            </a:extLst>
          </p:cNvPr>
          <p:cNvCxnSpPr/>
          <p:nvPr/>
        </p:nvCxnSpPr>
        <p:spPr>
          <a:xfrm>
            <a:off x="2859086" y="450849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ECFEC4B-A3DB-FA96-1BAD-8A39093F3421}"/>
              </a:ext>
            </a:extLst>
          </p:cNvPr>
          <p:cNvCxnSpPr/>
          <p:nvPr/>
        </p:nvCxnSpPr>
        <p:spPr>
          <a:xfrm>
            <a:off x="2859086" y="45585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76490AF3-76AB-C2E8-7789-BC7CCFB38724}"/>
              </a:ext>
            </a:extLst>
          </p:cNvPr>
          <p:cNvCxnSpPr/>
          <p:nvPr/>
        </p:nvCxnSpPr>
        <p:spPr>
          <a:xfrm>
            <a:off x="2859086" y="46085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D06C5235-ED88-3D2E-0555-E0D52E4D0035}"/>
              </a:ext>
            </a:extLst>
          </p:cNvPr>
          <p:cNvCxnSpPr/>
          <p:nvPr/>
        </p:nvCxnSpPr>
        <p:spPr>
          <a:xfrm>
            <a:off x="2859086" y="46585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CC71C74D-D930-C3E0-F754-4B88CE6C3B1B}"/>
              </a:ext>
            </a:extLst>
          </p:cNvPr>
          <p:cNvCxnSpPr/>
          <p:nvPr/>
        </p:nvCxnSpPr>
        <p:spPr>
          <a:xfrm>
            <a:off x="2859086" y="47109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A1ECB7E4-3541-2F65-D2F2-66B41C1C369B}"/>
              </a:ext>
            </a:extLst>
          </p:cNvPr>
          <p:cNvCxnSpPr/>
          <p:nvPr/>
        </p:nvCxnSpPr>
        <p:spPr>
          <a:xfrm>
            <a:off x="2885280" y="476567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7B540A3D-3037-484B-CD73-E5B93BA3913A}"/>
              </a:ext>
            </a:extLst>
          </p:cNvPr>
          <p:cNvCxnSpPr/>
          <p:nvPr/>
        </p:nvCxnSpPr>
        <p:spPr>
          <a:xfrm>
            <a:off x="2885280" y="48180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AA96FF80-10D7-CCA4-7FF5-242A64B01812}"/>
              </a:ext>
            </a:extLst>
          </p:cNvPr>
          <p:cNvCxnSpPr/>
          <p:nvPr/>
        </p:nvCxnSpPr>
        <p:spPr>
          <a:xfrm>
            <a:off x="2859086" y="48871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FEBB1EEE-FE94-9146-9A28-4C68F2622CB5}"/>
              </a:ext>
            </a:extLst>
          </p:cNvPr>
          <p:cNvCxnSpPr/>
          <p:nvPr/>
        </p:nvCxnSpPr>
        <p:spPr>
          <a:xfrm>
            <a:off x="2859086" y="492759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D8F2B513-8667-CA1E-2A61-580B66839B58}"/>
              </a:ext>
            </a:extLst>
          </p:cNvPr>
          <p:cNvCxnSpPr/>
          <p:nvPr/>
        </p:nvCxnSpPr>
        <p:spPr>
          <a:xfrm>
            <a:off x="2894805" y="49823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1327A079-18EB-8243-EF42-BDF2CA2CEAF3}"/>
              </a:ext>
            </a:extLst>
          </p:cNvPr>
          <p:cNvCxnSpPr/>
          <p:nvPr/>
        </p:nvCxnSpPr>
        <p:spPr>
          <a:xfrm>
            <a:off x="2816224" y="50299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BCF659EC-33BC-05AE-A5CB-2377E55AC5B3}"/>
              </a:ext>
            </a:extLst>
          </p:cNvPr>
          <p:cNvCxnSpPr/>
          <p:nvPr/>
        </p:nvCxnSpPr>
        <p:spPr>
          <a:xfrm>
            <a:off x="2799555" y="50847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3EE3F970-D154-C16D-95AB-13357503ABDC}"/>
              </a:ext>
            </a:extLst>
          </p:cNvPr>
          <p:cNvCxnSpPr/>
          <p:nvPr/>
        </p:nvCxnSpPr>
        <p:spPr>
          <a:xfrm>
            <a:off x="2770980" y="51371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DA0693DD-3108-BF49-D777-04C9917390CA}"/>
              </a:ext>
            </a:extLst>
          </p:cNvPr>
          <p:cNvCxnSpPr/>
          <p:nvPr/>
        </p:nvCxnSpPr>
        <p:spPr>
          <a:xfrm>
            <a:off x="2842417" y="51847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2B9441C8-F0E2-777A-59F3-56F188FA76EA}"/>
              </a:ext>
            </a:extLst>
          </p:cNvPr>
          <p:cNvCxnSpPr/>
          <p:nvPr/>
        </p:nvCxnSpPr>
        <p:spPr>
          <a:xfrm>
            <a:off x="2875755" y="522763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9BBE4791-A2CE-0C97-BB0B-D0303D1F231D}"/>
              </a:ext>
            </a:extLst>
          </p:cNvPr>
          <p:cNvCxnSpPr/>
          <p:nvPr/>
        </p:nvCxnSpPr>
        <p:spPr>
          <a:xfrm>
            <a:off x="3009105" y="52728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2AA65C1-08F9-694E-56EA-DBC7D624527F}"/>
              </a:ext>
            </a:extLst>
          </p:cNvPr>
          <p:cNvCxnSpPr/>
          <p:nvPr/>
        </p:nvCxnSpPr>
        <p:spPr>
          <a:xfrm>
            <a:off x="3032918" y="53371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CCC3BCA9-E30C-5E99-E6FD-7D4C2B3A0ACC}"/>
              </a:ext>
            </a:extLst>
          </p:cNvPr>
          <p:cNvCxnSpPr/>
          <p:nvPr/>
        </p:nvCxnSpPr>
        <p:spPr>
          <a:xfrm>
            <a:off x="3032918" y="53871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68D379BE-776B-F15F-7EB6-55DFAFB7BC93}"/>
              </a:ext>
            </a:extLst>
          </p:cNvPr>
          <p:cNvCxnSpPr/>
          <p:nvPr/>
        </p:nvCxnSpPr>
        <p:spPr>
          <a:xfrm>
            <a:off x="3032918" y="54443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14B3471E-0482-4089-5350-C7E712592619}"/>
              </a:ext>
            </a:extLst>
          </p:cNvPr>
          <p:cNvCxnSpPr/>
          <p:nvPr/>
        </p:nvCxnSpPr>
        <p:spPr>
          <a:xfrm>
            <a:off x="3032918" y="54990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57F2885C-FD5C-1BFE-2CF2-9CACB58F600A}"/>
              </a:ext>
            </a:extLst>
          </p:cNvPr>
          <p:cNvCxnSpPr/>
          <p:nvPr/>
        </p:nvCxnSpPr>
        <p:spPr>
          <a:xfrm>
            <a:off x="3020217" y="55610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08DFBE1B-7950-74B3-9B2C-AB8B3E313AD7}"/>
              </a:ext>
            </a:extLst>
          </p:cNvPr>
          <p:cNvCxnSpPr/>
          <p:nvPr/>
        </p:nvCxnSpPr>
        <p:spPr>
          <a:xfrm>
            <a:off x="3027361" y="560863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863B961-A1D3-C7B6-C6AC-95E2260D6B79}"/>
              </a:ext>
            </a:extLst>
          </p:cNvPr>
          <p:cNvCxnSpPr/>
          <p:nvPr/>
        </p:nvCxnSpPr>
        <p:spPr>
          <a:xfrm>
            <a:off x="3027361" y="56634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349CC837-7FFD-B3A6-AF9D-38EB70FD3D96}"/>
              </a:ext>
            </a:extLst>
          </p:cNvPr>
          <p:cNvCxnSpPr/>
          <p:nvPr/>
        </p:nvCxnSpPr>
        <p:spPr>
          <a:xfrm>
            <a:off x="3030534" y="57086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82A0DD6A-DAF3-EA95-C5D4-0081A1A2B38C}"/>
              </a:ext>
            </a:extLst>
          </p:cNvPr>
          <p:cNvCxnSpPr/>
          <p:nvPr/>
        </p:nvCxnSpPr>
        <p:spPr>
          <a:xfrm>
            <a:off x="3005929" y="57538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1E80D545-A4A8-CD19-57E2-9F7A57776345}"/>
              </a:ext>
            </a:extLst>
          </p:cNvPr>
          <p:cNvCxnSpPr/>
          <p:nvPr/>
        </p:nvCxnSpPr>
        <p:spPr>
          <a:xfrm>
            <a:off x="3027361" y="58110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46766A2B-2178-E746-73C4-E2654BF32FD6}"/>
              </a:ext>
            </a:extLst>
          </p:cNvPr>
          <p:cNvCxnSpPr/>
          <p:nvPr/>
        </p:nvCxnSpPr>
        <p:spPr>
          <a:xfrm>
            <a:off x="2957510" y="58681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B732A522-3CFF-1495-C076-01BF23643388}"/>
              </a:ext>
            </a:extLst>
          </p:cNvPr>
          <p:cNvCxnSpPr/>
          <p:nvPr/>
        </p:nvCxnSpPr>
        <p:spPr>
          <a:xfrm>
            <a:off x="3009896" y="59253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6DD853B8-4D27-E8A3-C11F-A46BED601E9C}"/>
              </a:ext>
            </a:extLst>
          </p:cNvPr>
          <p:cNvCxnSpPr/>
          <p:nvPr/>
        </p:nvCxnSpPr>
        <p:spPr>
          <a:xfrm>
            <a:off x="2938460" y="59777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10B8ACD0-4077-1BB2-0D97-4FB754EC47F1}"/>
              </a:ext>
            </a:extLst>
          </p:cNvPr>
          <p:cNvCxnSpPr/>
          <p:nvPr/>
        </p:nvCxnSpPr>
        <p:spPr>
          <a:xfrm>
            <a:off x="2943222" y="603249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23341FF4-9054-7255-6E74-3933D3201AE2}"/>
              </a:ext>
            </a:extLst>
          </p:cNvPr>
          <p:cNvCxnSpPr/>
          <p:nvPr/>
        </p:nvCxnSpPr>
        <p:spPr>
          <a:xfrm>
            <a:off x="2590005" y="60848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C19D4EA7-EA43-DD35-9CBE-DAFAFA158CA4}"/>
              </a:ext>
            </a:extLst>
          </p:cNvPr>
          <p:cNvCxnSpPr/>
          <p:nvPr/>
        </p:nvCxnSpPr>
        <p:spPr>
          <a:xfrm>
            <a:off x="2737643" y="613965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D50D66C-ABF3-EB82-E16A-6A608A812B1A}"/>
              </a:ext>
            </a:extLst>
          </p:cNvPr>
          <p:cNvCxnSpPr/>
          <p:nvPr/>
        </p:nvCxnSpPr>
        <p:spPr>
          <a:xfrm>
            <a:off x="2816224" y="62015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69E17846-5DAA-F885-38C6-6735B5AA66C9}"/>
              </a:ext>
            </a:extLst>
          </p:cNvPr>
          <p:cNvCxnSpPr/>
          <p:nvPr/>
        </p:nvCxnSpPr>
        <p:spPr>
          <a:xfrm>
            <a:off x="2737643" y="62491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2F2E628-EDC3-F405-3385-C70F642CD93F}"/>
              </a:ext>
            </a:extLst>
          </p:cNvPr>
          <p:cNvCxnSpPr/>
          <p:nvPr/>
        </p:nvCxnSpPr>
        <p:spPr>
          <a:xfrm>
            <a:off x="2737643" y="631110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2802E4E3-CD1F-4043-16DE-541B1A0B48D8}"/>
              </a:ext>
            </a:extLst>
          </p:cNvPr>
          <p:cNvCxnSpPr/>
          <p:nvPr/>
        </p:nvCxnSpPr>
        <p:spPr>
          <a:xfrm>
            <a:off x="2711449" y="640873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244F72B6-0D28-31FF-F243-42144993C9D5}"/>
              </a:ext>
            </a:extLst>
          </p:cNvPr>
          <p:cNvCxnSpPr/>
          <p:nvPr/>
        </p:nvCxnSpPr>
        <p:spPr>
          <a:xfrm>
            <a:off x="2737643" y="63611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B37C9845-A6D7-DF70-F800-B76F01934699}"/>
              </a:ext>
            </a:extLst>
          </p:cNvPr>
          <p:cNvCxnSpPr/>
          <p:nvPr/>
        </p:nvCxnSpPr>
        <p:spPr>
          <a:xfrm>
            <a:off x="2738435" y="655875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49D874E-C960-4C81-8DA7-C79C9913DD8E}"/>
              </a:ext>
            </a:extLst>
          </p:cNvPr>
          <p:cNvCxnSpPr/>
          <p:nvPr/>
        </p:nvCxnSpPr>
        <p:spPr>
          <a:xfrm>
            <a:off x="2622547" y="66111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E941E5F-6CE0-7744-6038-F1D9C7212A77}"/>
              </a:ext>
            </a:extLst>
          </p:cNvPr>
          <p:cNvCxnSpPr/>
          <p:nvPr/>
        </p:nvCxnSpPr>
        <p:spPr>
          <a:xfrm>
            <a:off x="2642393" y="666114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5EF3C073-6B08-E72D-6385-1D1A8237DF1A}"/>
              </a:ext>
            </a:extLst>
          </p:cNvPr>
          <p:cNvCxnSpPr/>
          <p:nvPr/>
        </p:nvCxnSpPr>
        <p:spPr>
          <a:xfrm>
            <a:off x="2639215" y="67254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A5063FED-6295-5BFB-5F47-0F88893593A2}"/>
              </a:ext>
            </a:extLst>
          </p:cNvPr>
          <p:cNvCxnSpPr/>
          <p:nvPr/>
        </p:nvCxnSpPr>
        <p:spPr>
          <a:xfrm>
            <a:off x="2711449" y="65063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79D9C22B-F845-1CB1-C997-A54AABA46293}"/>
              </a:ext>
            </a:extLst>
          </p:cNvPr>
          <p:cNvCxnSpPr/>
          <p:nvPr/>
        </p:nvCxnSpPr>
        <p:spPr>
          <a:xfrm>
            <a:off x="2590005" y="645397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4134107-3D84-7AF6-7CA9-74BCA9350A2B}"/>
              </a:ext>
            </a:extLst>
          </p:cNvPr>
          <p:cNvCxnSpPr>
            <a:cxnSpLocks/>
          </p:cNvCxnSpPr>
          <p:nvPr/>
        </p:nvCxnSpPr>
        <p:spPr>
          <a:xfrm>
            <a:off x="5062536" y="-24090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06789017-D6F9-AE15-AE71-E9159A43DAE6}"/>
              </a:ext>
            </a:extLst>
          </p:cNvPr>
          <p:cNvCxnSpPr>
            <a:cxnSpLocks/>
          </p:cNvCxnSpPr>
          <p:nvPr/>
        </p:nvCxnSpPr>
        <p:spPr>
          <a:xfrm>
            <a:off x="5119686" y="-9565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09DDADE5-3931-590B-DEE1-52E4D38F00D2}"/>
              </a:ext>
            </a:extLst>
          </p:cNvPr>
          <p:cNvCxnSpPr>
            <a:cxnSpLocks/>
          </p:cNvCxnSpPr>
          <p:nvPr/>
        </p:nvCxnSpPr>
        <p:spPr>
          <a:xfrm>
            <a:off x="5174455" y="-9565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C20632D3-DE6D-245D-1F98-CC3AD420A572}"/>
              </a:ext>
            </a:extLst>
          </p:cNvPr>
          <p:cNvCxnSpPr>
            <a:cxnSpLocks/>
          </p:cNvCxnSpPr>
          <p:nvPr/>
        </p:nvCxnSpPr>
        <p:spPr>
          <a:xfrm>
            <a:off x="5226843" y="-9565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760DBB6C-DBA6-D069-2022-926729DCBBE0}"/>
              </a:ext>
            </a:extLst>
          </p:cNvPr>
          <p:cNvCxnSpPr>
            <a:cxnSpLocks/>
          </p:cNvCxnSpPr>
          <p:nvPr/>
        </p:nvCxnSpPr>
        <p:spPr>
          <a:xfrm>
            <a:off x="5276848" y="-9565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42E961C3-91A8-B9FC-11F5-25643A91FB9C}"/>
              </a:ext>
            </a:extLst>
          </p:cNvPr>
          <p:cNvCxnSpPr>
            <a:cxnSpLocks/>
          </p:cNvCxnSpPr>
          <p:nvPr/>
        </p:nvCxnSpPr>
        <p:spPr>
          <a:xfrm>
            <a:off x="5336378" y="5674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EAC83BC0-90AA-ED8D-7C3F-9A02C94AA110}"/>
              </a:ext>
            </a:extLst>
          </p:cNvPr>
          <p:cNvCxnSpPr>
            <a:cxnSpLocks/>
          </p:cNvCxnSpPr>
          <p:nvPr/>
        </p:nvCxnSpPr>
        <p:spPr>
          <a:xfrm>
            <a:off x="5379242" y="6389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D352D593-5240-F81A-1184-DE879067C3FF}"/>
              </a:ext>
            </a:extLst>
          </p:cNvPr>
          <p:cNvCxnSpPr>
            <a:cxnSpLocks/>
          </p:cNvCxnSpPr>
          <p:nvPr/>
        </p:nvCxnSpPr>
        <p:spPr>
          <a:xfrm>
            <a:off x="5438773" y="5674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2B35A1F-F8C5-E4A7-3AF6-60F91AB729A4}"/>
              </a:ext>
            </a:extLst>
          </p:cNvPr>
          <p:cNvCxnSpPr>
            <a:cxnSpLocks/>
          </p:cNvCxnSpPr>
          <p:nvPr/>
        </p:nvCxnSpPr>
        <p:spPr>
          <a:xfrm>
            <a:off x="5491161" y="6389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B8D1DC4F-8367-F1C9-03D9-245D06154E94}"/>
              </a:ext>
            </a:extLst>
          </p:cNvPr>
          <p:cNvCxnSpPr>
            <a:cxnSpLocks/>
          </p:cNvCxnSpPr>
          <p:nvPr/>
        </p:nvCxnSpPr>
        <p:spPr>
          <a:xfrm>
            <a:off x="5538785" y="5674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92DEA883-BB1E-7DA4-D613-3095DE8E6919}"/>
              </a:ext>
            </a:extLst>
          </p:cNvPr>
          <p:cNvCxnSpPr>
            <a:cxnSpLocks/>
          </p:cNvCxnSpPr>
          <p:nvPr/>
        </p:nvCxnSpPr>
        <p:spPr>
          <a:xfrm>
            <a:off x="5591173" y="6389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0D4BA326-E704-1C7D-F388-FA39206D9970}"/>
              </a:ext>
            </a:extLst>
          </p:cNvPr>
          <p:cNvCxnSpPr>
            <a:cxnSpLocks/>
          </p:cNvCxnSpPr>
          <p:nvPr/>
        </p:nvCxnSpPr>
        <p:spPr>
          <a:xfrm>
            <a:off x="5643560" y="5674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DA0F25B0-0FF7-3FC2-597E-47D8A5A311D8}"/>
              </a:ext>
            </a:extLst>
          </p:cNvPr>
          <p:cNvCxnSpPr>
            <a:cxnSpLocks/>
          </p:cNvCxnSpPr>
          <p:nvPr/>
        </p:nvCxnSpPr>
        <p:spPr>
          <a:xfrm>
            <a:off x="5691184" y="5674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51C11647-42AD-C966-8C6D-57ACA0CE3FD8}"/>
              </a:ext>
            </a:extLst>
          </p:cNvPr>
          <p:cNvCxnSpPr>
            <a:cxnSpLocks/>
          </p:cNvCxnSpPr>
          <p:nvPr/>
        </p:nvCxnSpPr>
        <p:spPr>
          <a:xfrm>
            <a:off x="5743573" y="6389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41841897-DB33-46CE-9313-ED7AF1CAE41D}"/>
              </a:ext>
            </a:extLst>
          </p:cNvPr>
          <p:cNvCxnSpPr>
            <a:cxnSpLocks/>
          </p:cNvCxnSpPr>
          <p:nvPr/>
        </p:nvCxnSpPr>
        <p:spPr>
          <a:xfrm>
            <a:off x="5798342" y="6389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B3D07F02-1EE6-BBDD-E0B2-7C5681AACDE4}"/>
              </a:ext>
            </a:extLst>
          </p:cNvPr>
          <p:cNvCxnSpPr>
            <a:cxnSpLocks/>
          </p:cNvCxnSpPr>
          <p:nvPr/>
        </p:nvCxnSpPr>
        <p:spPr>
          <a:xfrm>
            <a:off x="5855492" y="912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5EE1A032-8737-571C-1907-5997714768C3}"/>
              </a:ext>
            </a:extLst>
          </p:cNvPr>
          <p:cNvCxnSpPr>
            <a:cxnSpLocks/>
          </p:cNvCxnSpPr>
          <p:nvPr/>
        </p:nvCxnSpPr>
        <p:spPr>
          <a:xfrm>
            <a:off x="5905499" y="17779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1E732ACD-619C-DFEF-6B8E-2D212FE755A7}"/>
              </a:ext>
            </a:extLst>
          </p:cNvPr>
          <p:cNvCxnSpPr>
            <a:cxnSpLocks/>
          </p:cNvCxnSpPr>
          <p:nvPr/>
        </p:nvCxnSpPr>
        <p:spPr>
          <a:xfrm>
            <a:off x="5957885" y="17779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55998550-2D12-A49E-F3BD-277EAB44511A}"/>
              </a:ext>
            </a:extLst>
          </p:cNvPr>
          <p:cNvCxnSpPr>
            <a:cxnSpLocks/>
          </p:cNvCxnSpPr>
          <p:nvPr/>
        </p:nvCxnSpPr>
        <p:spPr>
          <a:xfrm>
            <a:off x="6012654" y="16152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261D9034-BD13-1686-C0BF-68B3D94532B6}"/>
              </a:ext>
            </a:extLst>
          </p:cNvPr>
          <p:cNvCxnSpPr>
            <a:cxnSpLocks/>
          </p:cNvCxnSpPr>
          <p:nvPr/>
        </p:nvCxnSpPr>
        <p:spPr>
          <a:xfrm>
            <a:off x="6060279" y="16152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09AF8F1A-92A8-72B8-EC67-C547B6033DE5}"/>
              </a:ext>
            </a:extLst>
          </p:cNvPr>
          <p:cNvCxnSpPr>
            <a:cxnSpLocks/>
          </p:cNvCxnSpPr>
          <p:nvPr/>
        </p:nvCxnSpPr>
        <p:spPr>
          <a:xfrm>
            <a:off x="6115048" y="15278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00AE8440-2609-AEB9-A62E-8C3044C42B57}"/>
              </a:ext>
            </a:extLst>
          </p:cNvPr>
          <p:cNvCxnSpPr>
            <a:cxnSpLocks/>
          </p:cNvCxnSpPr>
          <p:nvPr/>
        </p:nvCxnSpPr>
        <p:spPr>
          <a:xfrm>
            <a:off x="6165055" y="15278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82E2CC78-EBD4-CCB9-2AA9-70243AD98BF2}"/>
              </a:ext>
            </a:extLst>
          </p:cNvPr>
          <p:cNvCxnSpPr>
            <a:cxnSpLocks/>
          </p:cNvCxnSpPr>
          <p:nvPr/>
        </p:nvCxnSpPr>
        <p:spPr>
          <a:xfrm>
            <a:off x="6224586" y="16945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D9B90679-E725-BA85-A48A-2FFB057380E0}"/>
              </a:ext>
            </a:extLst>
          </p:cNvPr>
          <p:cNvCxnSpPr>
            <a:cxnSpLocks/>
          </p:cNvCxnSpPr>
          <p:nvPr/>
        </p:nvCxnSpPr>
        <p:spPr>
          <a:xfrm>
            <a:off x="6272211" y="15517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C4FF2824-8469-8C20-7B25-F3FD9820BCFF}"/>
              </a:ext>
            </a:extLst>
          </p:cNvPr>
          <p:cNvCxnSpPr>
            <a:cxnSpLocks/>
          </p:cNvCxnSpPr>
          <p:nvPr/>
        </p:nvCxnSpPr>
        <p:spPr>
          <a:xfrm>
            <a:off x="6324598" y="15278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2A63808F-9599-9AFD-D545-D8097DF7C80D}"/>
              </a:ext>
            </a:extLst>
          </p:cNvPr>
          <p:cNvCxnSpPr>
            <a:cxnSpLocks/>
          </p:cNvCxnSpPr>
          <p:nvPr/>
        </p:nvCxnSpPr>
        <p:spPr>
          <a:xfrm>
            <a:off x="6379367" y="15278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3D845B74-7D32-5828-62FC-63A3784FC618}"/>
              </a:ext>
            </a:extLst>
          </p:cNvPr>
          <p:cNvCxnSpPr>
            <a:cxnSpLocks/>
          </p:cNvCxnSpPr>
          <p:nvPr/>
        </p:nvCxnSpPr>
        <p:spPr>
          <a:xfrm>
            <a:off x="6431755" y="15278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3B909F4F-AD33-D1BB-F5E0-B28E9BC5E890}"/>
              </a:ext>
            </a:extLst>
          </p:cNvPr>
          <p:cNvCxnSpPr>
            <a:cxnSpLocks/>
          </p:cNvCxnSpPr>
          <p:nvPr/>
        </p:nvCxnSpPr>
        <p:spPr>
          <a:xfrm>
            <a:off x="6484142" y="17779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2CC64E77-5178-4A3E-01DE-10CDCA3EA6FE}"/>
              </a:ext>
            </a:extLst>
          </p:cNvPr>
          <p:cNvCxnSpPr>
            <a:cxnSpLocks/>
          </p:cNvCxnSpPr>
          <p:nvPr/>
        </p:nvCxnSpPr>
        <p:spPr>
          <a:xfrm>
            <a:off x="6536529" y="13373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B0D7A2F8-C51A-BE73-DF89-1FF4D86AE4D2}"/>
              </a:ext>
            </a:extLst>
          </p:cNvPr>
          <p:cNvCxnSpPr>
            <a:cxnSpLocks/>
          </p:cNvCxnSpPr>
          <p:nvPr/>
        </p:nvCxnSpPr>
        <p:spPr>
          <a:xfrm>
            <a:off x="6586536" y="13373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8B810A31-8447-D53A-2F1C-977C1A2086C3}"/>
              </a:ext>
            </a:extLst>
          </p:cNvPr>
          <p:cNvCxnSpPr>
            <a:cxnSpLocks/>
          </p:cNvCxnSpPr>
          <p:nvPr/>
        </p:nvCxnSpPr>
        <p:spPr>
          <a:xfrm>
            <a:off x="6631779" y="15278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623CB2A4-ECE7-A3F8-E4CB-159FBBCFAEE9}"/>
              </a:ext>
            </a:extLst>
          </p:cNvPr>
          <p:cNvCxnSpPr>
            <a:cxnSpLocks/>
          </p:cNvCxnSpPr>
          <p:nvPr/>
        </p:nvCxnSpPr>
        <p:spPr>
          <a:xfrm>
            <a:off x="6691310" y="16152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D3851DAC-DE97-5694-3E6C-9CBFEFAAFEC6}"/>
              </a:ext>
            </a:extLst>
          </p:cNvPr>
          <p:cNvCxnSpPr>
            <a:cxnSpLocks/>
          </p:cNvCxnSpPr>
          <p:nvPr/>
        </p:nvCxnSpPr>
        <p:spPr>
          <a:xfrm>
            <a:off x="6741317" y="20755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1078213-2FB0-E196-183B-0881C647C263}"/>
              </a:ext>
            </a:extLst>
          </p:cNvPr>
          <p:cNvCxnSpPr>
            <a:cxnSpLocks/>
          </p:cNvCxnSpPr>
          <p:nvPr/>
        </p:nvCxnSpPr>
        <p:spPr>
          <a:xfrm>
            <a:off x="6810374" y="36551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CA818C9B-72EE-F01E-886A-5074F747A7AD}"/>
              </a:ext>
            </a:extLst>
          </p:cNvPr>
          <p:cNvCxnSpPr>
            <a:cxnSpLocks/>
          </p:cNvCxnSpPr>
          <p:nvPr/>
        </p:nvCxnSpPr>
        <p:spPr>
          <a:xfrm>
            <a:off x="6855617" y="36551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6FBD84AF-40E4-322F-7029-3AB9DF88ABFE}"/>
              </a:ext>
            </a:extLst>
          </p:cNvPr>
          <p:cNvCxnSpPr>
            <a:cxnSpLocks/>
          </p:cNvCxnSpPr>
          <p:nvPr/>
        </p:nvCxnSpPr>
        <p:spPr>
          <a:xfrm>
            <a:off x="6903242" y="36551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D594DB63-172B-240D-5311-EBEC426C6A98}"/>
              </a:ext>
            </a:extLst>
          </p:cNvPr>
          <p:cNvCxnSpPr>
            <a:cxnSpLocks/>
          </p:cNvCxnSpPr>
          <p:nvPr/>
        </p:nvCxnSpPr>
        <p:spPr>
          <a:xfrm>
            <a:off x="6948485" y="36551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A573B7E6-03F1-EB55-F22E-46799119745B}"/>
              </a:ext>
            </a:extLst>
          </p:cNvPr>
          <p:cNvCxnSpPr>
            <a:cxnSpLocks/>
          </p:cNvCxnSpPr>
          <p:nvPr/>
        </p:nvCxnSpPr>
        <p:spPr>
          <a:xfrm>
            <a:off x="7010399" y="35122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40119348-F63E-3CB0-3C50-3602025285AA}"/>
              </a:ext>
            </a:extLst>
          </p:cNvPr>
          <p:cNvCxnSpPr>
            <a:cxnSpLocks/>
          </p:cNvCxnSpPr>
          <p:nvPr/>
        </p:nvCxnSpPr>
        <p:spPr>
          <a:xfrm>
            <a:off x="7058023" y="35122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840D9D2D-CE1C-6F94-E962-1D3533D3BC20}"/>
              </a:ext>
            </a:extLst>
          </p:cNvPr>
          <p:cNvCxnSpPr>
            <a:cxnSpLocks/>
          </p:cNvCxnSpPr>
          <p:nvPr/>
        </p:nvCxnSpPr>
        <p:spPr>
          <a:xfrm>
            <a:off x="7112792" y="35122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06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51289810-769F-F775-6BB2-E54F37884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824" y="156"/>
            <a:ext cx="2384351" cy="6857844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3F2404F-52FA-53C1-008B-CEE48E519D4A}"/>
              </a:ext>
            </a:extLst>
          </p:cNvPr>
          <p:cNvCxnSpPr/>
          <p:nvPr/>
        </p:nvCxnSpPr>
        <p:spPr>
          <a:xfrm>
            <a:off x="2687636" y="801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C813405-100F-CFAF-BDDF-FDE74798C1BF}"/>
              </a:ext>
            </a:extLst>
          </p:cNvPr>
          <p:cNvCxnSpPr/>
          <p:nvPr/>
        </p:nvCxnSpPr>
        <p:spPr>
          <a:xfrm>
            <a:off x="2832892" y="13255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03ACAB5-D003-23B2-4AF9-2DA60D24B320}"/>
              </a:ext>
            </a:extLst>
          </p:cNvPr>
          <p:cNvCxnSpPr/>
          <p:nvPr/>
        </p:nvCxnSpPr>
        <p:spPr>
          <a:xfrm>
            <a:off x="2832892" y="2039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A06EC88-D458-7D14-5D51-863F90632E64}"/>
              </a:ext>
            </a:extLst>
          </p:cNvPr>
          <p:cNvCxnSpPr/>
          <p:nvPr/>
        </p:nvCxnSpPr>
        <p:spPr>
          <a:xfrm>
            <a:off x="2832892" y="24685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2D04CDA-C06A-2C11-1DA8-3D98A8D23E48}"/>
              </a:ext>
            </a:extLst>
          </p:cNvPr>
          <p:cNvCxnSpPr/>
          <p:nvPr/>
        </p:nvCxnSpPr>
        <p:spPr>
          <a:xfrm>
            <a:off x="2832892" y="2992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8E59354-348E-32C8-242D-66C149F5283F}"/>
              </a:ext>
            </a:extLst>
          </p:cNvPr>
          <p:cNvCxnSpPr/>
          <p:nvPr/>
        </p:nvCxnSpPr>
        <p:spPr>
          <a:xfrm>
            <a:off x="2832892" y="3492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C1C5FC2-007B-0414-C467-95CDE17B38D3}"/>
              </a:ext>
            </a:extLst>
          </p:cNvPr>
          <p:cNvCxnSpPr/>
          <p:nvPr/>
        </p:nvCxnSpPr>
        <p:spPr>
          <a:xfrm>
            <a:off x="2832892" y="39687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D877748-3204-1021-E1F4-286147D914D1}"/>
              </a:ext>
            </a:extLst>
          </p:cNvPr>
          <p:cNvCxnSpPr/>
          <p:nvPr/>
        </p:nvCxnSpPr>
        <p:spPr>
          <a:xfrm>
            <a:off x="2856705" y="44926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0A6CE1A-C4B3-5316-F5F4-7CE4A7AA41EF}"/>
              </a:ext>
            </a:extLst>
          </p:cNvPr>
          <p:cNvCxnSpPr/>
          <p:nvPr/>
        </p:nvCxnSpPr>
        <p:spPr>
          <a:xfrm>
            <a:off x="2856705" y="5040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669B304-7375-6305-AA7C-B5A5B47D11EC}"/>
              </a:ext>
            </a:extLst>
          </p:cNvPr>
          <p:cNvCxnSpPr/>
          <p:nvPr/>
        </p:nvCxnSpPr>
        <p:spPr>
          <a:xfrm>
            <a:off x="2856705" y="56118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CD94500-D9F9-7443-4E27-6C8713E6871A}"/>
              </a:ext>
            </a:extLst>
          </p:cNvPr>
          <p:cNvCxnSpPr/>
          <p:nvPr/>
        </p:nvCxnSpPr>
        <p:spPr>
          <a:xfrm>
            <a:off x="2885280" y="6135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CBF54C7-A401-22DF-E35B-65CB63811448}"/>
              </a:ext>
            </a:extLst>
          </p:cNvPr>
          <p:cNvCxnSpPr/>
          <p:nvPr/>
        </p:nvCxnSpPr>
        <p:spPr>
          <a:xfrm>
            <a:off x="2856705" y="6611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9ABFC79-3A08-4BF1-E32F-4213C97E68DD}"/>
              </a:ext>
            </a:extLst>
          </p:cNvPr>
          <p:cNvCxnSpPr/>
          <p:nvPr/>
        </p:nvCxnSpPr>
        <p:spPr>
          <a:xfrm>
            <a:off x="2856705" y="7254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0ADE0ED-5E9B-B267-968F-94A0D850EA30}"/>
              </a:ext>
            </a:extLst>
          </p:cNvPr>
          <p:cNvCxnSpPr/>
          <p:nvPr/>
        </p:nvCxnSpPr>
        <p:spPr>
          <a:xfrm>
            <a:off x="2856705" y="7850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CD2CD57-2566-3401-05F9-8046CE849263}"/>
              </a:ext>
            </a:extLst>
          </p:cNvPr>
          <p:cNvCxnSpPr/>
          <p:nvPr/>
        </p:nvCxnSpPr>
        <p:spPr>
          <a:xfrm>
            <a:off x="2885280" y="8350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775049F-DA35-3C63-3B57-4739971CC063}"/>
              </a:ext>
            </a:extLst>
          </p:cNvPr>
          <p:cNvCxnSpPr/>
          <p:nvPr/>
        </p:nvCxnSpPr>
        <p:spPr>
          <a:xfrm>
            <a:off x="2944811" y="98980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8F73B7E-2311-B383-BCC9-93A6DD339593}"/>
              </a:ext>
            </a:extLst>
          </p:cNvPr>
          <p:cNvCxnSpPr/>
          <p:nvPr/>
        </p:nvCxnSpPr>
        <p:spPr>
          <a:xfrm>
            <a:off x="2944811" y="8897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05B56228-87A2-0E70-42AC-EEC2259FB8E0}"/>
              </a:ext>
            </a:extLst>
          </p:cNvPr>
          <p:cNvCxnSpPr/>
          <p:nvPr/>
        </p:nvCxnSpPr>
        <p:spPr>
          <a:xfrm>
            <a:off x="2944811" y="9374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C5BFB71-FFBF-5036-33A8-7D2612F0D20D}"/>
              </a:ext>
            </a:extLst>
          </p:cNvPr>
          <p:cNvCxnSpPr/>
          <p:nvPr/>
        </p:nvCxnSpPr>
        <p:spPr>
          <a:xfrm>
            <a:off x="2971004" y="10374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53C9578-266B-DD52-6AC4-AD28A36DC350}"/>
              </a:ext>
            </a:extLst>
          </p:cNvPr>
          <p:cNvCxnSpPr/>
          <p:nvPr/>
        </p:nvCxnSpPr>
        <p:spPr>
          <a:xfrm>
            <a:off x="2856705" y="108743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55D66D0-197B-F618-ADCC-F2D870A024D7}"/>
              </a:ext>
            </a:extLst>
          </p:cNvPr>
          <p:cNvCxnSpPr/>
          <p:nvPr/>
        </p:nvCxnSpPr>
        <p:spPr>
          <a:xfrm>
            <a:off x="2987673" y="114220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5FD16EC-0FD9-0ED5-1445-9C53D5A9D454}"/>
              </a:ext>
            </a:extLst>
          </p:cNvPr>
          <p:cNvCxnSpPr/>
          <p:nvPr/>
        </p:nvCxnSpPr>
        <p:spPr>
          <a:xfrm>
            <a:off x="2944811" y="12041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043100BC-F012-0D19-CC85-A4E5A6D17A89}"/>
              </a:ext>
            </a:extLst>
          </p:cNvPr>
          <p:cNvCxnSpPr/>
          <p:nvPr/>
        </p:nvCxnSpPr>
        <p:spPr>
          <a:xfrm>
            <a:off x="2923380" y="126127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19093F4-83BB-213C-B29F-532DD8820304}"/>
              </a:ext>
            </a:extLst>
          </p:cNvPr>
          <p:cNvCxnSpPr/>
          <p:nvPr/>
        </p:nvCxnSpPr>
        <p:spPr>
          <a:xfrm>
            <a:off x="2832892" y="13136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29EEDFE3-5C0C-7417-408C-2CF8ACC0F65A}"/>
              </a:ext>
            </a:extLst>
          </p:cNvPr>
          <p:cNvCxnSpPr/>
          <p:nvPr/>
        </p:nvCxnSpPr>
        <p:spPr>
          <a:xfrm>
            <a:off x="2801936" y="13660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41E7BA1-3AC9-6FDE-47AF-CE4E1AFAA9BB}"/>
              </a:ext>
            </a:extLst>
          </p:cNvPr>
          <p:cNvCxnSpPr/>
          <p:nvPr/>
        </p:nvCxnSpPr>
        <p:spPr>
          <a:xfrm>
            <a:off x="2775742" y="14160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4906AD9-4B37-8548-F603-2E7593831ED3}"/>
              </a:ext>
            </a:extLst>
          </p:cNvPr>
          <p:cNvCxnSpPr/>
          <p:nvPr/>
        </p:nvCxnSpPr>
        <p:spPr>
          <a:xfrm>
            <a:off x="2832892" y="14684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8FA05BB-0F61-68B0-834C-C94400FA3379}"/>
              </a:ext>
            </a:extLst>
          </p:cNvPr>
          <p:cNvCxnSpPr/>
          <p:nvPr/>
        </p:nvCxnSpPr>
        <p:spPr>
          <a:xfrm>
            <a:off x="2801936" y="15208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39A3DA32-E27E-7AED-3B33-3570DC812420}"/>
              </a:ext>
            </a:extLst>
          </p:cNvPr>
          <p:cNvCxnSpPr/>
          <p:nvPr/>
        </p:nvCxnSpPr>
        <p:spPr>
          <a:xfrm>
            <a:off x="2832892" y="156845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BFCB0C-65FB-D4B7-32A3-186F27B0BBF5}"/>
              </a:ext>
            </a:extLst>
          </p:cNvPr>
          <p:cNvCxnSpPr/>
          <p:nvPr/>
        </p:nvCxnSpPr>
        <p:spPr>
          <a:xfrm>
            <a:off x="918367" y="162560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61ECAA4-0EFD-61B6-673A-192BCF89FA39}"/>
              </a:ext>
            </a:extLst>
          </p:cNvPr>
          <p:cNvCxnSpPr/>
          <p:nvPr/>
        </p:nvCxnSpPr>
        <p:spPr>
          <a:xfrm>
            <a:off x="2428080" y="16827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936B8F11-3FA4-0313-69C4-F29E0BB19635}"/>
              </a:ext>
            </a:extLst>
          </p:cNvPr>
          <p:cNvCxnSpPr/>
          <p:nvPr/>
        </p:nvCxnSpPr>
        <p:spPr>
          <a:xfrm>
            <a:off x="2582861" y="173513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DBA005F-24F0-89E9-AC3A-18B220C4386E}"/>
              </a:ext>
            </a:extLst>
          </p:cNvPr>
          <p:cNvCxnSpPr/>
          <p:nvPr/>
        </p:nvCxnSpPr>
        <p:spPr>
          <a:xfrm>
            <a:off x="2582861" y="17875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86DD28F-2F17-38EA-6242-1DE73E36468C}"/>
              </a:ext>
            </a:extLst>
          </p:cNvPr>
          <p:cNvCxnSpPr/>
          <p:nvPr/>
        </p:nvCxnSpPr>
        <p:spPr>
          <a:xfrm>
            <a:off x="2599530" y="214947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3767EE25-33FB-2FC2-40F1-E1D6DF88CC01}"/>
              </a:ext>
            </a:extLst>
          </p:cNvPr>
          <p:cNvCxnSpPr/>
          <p:nvPr/>
        </p:nvCxnSpPr>
        <p:spPr>
          <a:xfrm>
            <a:off x="2582861" y="20994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BC98D96-3A76-74D2-94E6-3EFBBAB05EF7}"/>
              </a:ext>
            </a:extLst>
          </p:cNvPr>
          <p:cNvCxnSpPr/>
          <p:nvPr/>
        </p:nvCxnSpPr>
        <p:spPr>
          <a:xfrm>
            <a:off x="2635248" y="20518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DCDEACF-6577-F3E2-73F0-498E60EBB9E4}"/>
              </a:ext>
            </a:extLst>
          </p:cNvPr>
          <p:cNvCxnSpPr/>
          <p:nvPr/>
        </p:nvCxnSpPr>
        <p:spPr>
          <a:xfrm>
            <a:off x="2635248" y="19946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4FF4CFB-B1D5-C579-F613-5D446F193514}"/>
              </a:ext>
            </a:extLst>
          </p:cNvPr>
          <p:cNvCxnSpPr/>
          <p:nvPr/>
        </p:nvCxnSpPr>
        <p:spPr>
          <a:xfrm>
            <a:off x="2599530" y="19399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2B26289-4B9F-7DE6-8EB8-8E6BF43C37E2}"/>
              </a:ext>
            </a:extLst>
          </p:cNvPr>
          <p:cNvCxnSpPr/>
          <p:nvPr/>
        </p:nvCxnSpPr>
        <p:spPr>
          <a:xfrm>
            <a:off x="2582861" y="18899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CF50324-4A5D-D409-6B0D-4829CDADCD7E}"/>
              </a:ext>
            </a:extLst>
          </p:cNvPr>
          <p:cNvCxnSpPr/>
          <p:nvPr/>
        </p:nvCxnSpPr>
        <p:spPr>
          <a:xfrm>
            <a:off x="2580480" y="183515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CBC8767-1F72-743D-3AC8-0CAA1BC57F80}"/>
              </a:ext>
            </a:extLst>
          </p:cNvPr>
          <p:cNvCxnSpPr/>
          <p:nvPr/>
        </p:nvCxnSpPr>
        <p:spPr>
          <a:xfrm>
            <a:off x="2718593" y="219948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52D11F6A-F64C-0A05-DB18-397E00388CD8}"/>
              </a:ext>
            </a:extLst>
          </p:cNvPr>
          <p:cNvCxnSpPr/>
          <p:nvPr/>
        </p:nvCxnSpPr>
        <p:spPr>
          <a:xfrm>
            <a:off x="2751930" y="22566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79F0B4D-E442-A034-20D6-FE69FE33CB3C}"/>
              </a:ext>
            </a:extLst>
          </p:cNvPr>
          <p:cNvCxnSpPr/>
          <p:nvPr/>
        </p:nvCxnSpPr>
        <p:spPr>
          <a:xfrm>
            <a:off x="2718593" y="231140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38C56376-26E6-23A3-2DCC-F2FD3EC4DB88}"/>
              </a:ext>
            </a:extLst>
          </p:cNvPr>
          <p:cNvCxnSpPr/>
          <p:nvPr/>
        </p:nvCxnSpPr>
        <p:spPr>
          <a:xfrm>
            <a:off x="2751930" y="23804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8A8CCA04-2071-07D0-BB62-B125EA70896B}"/>
              </a:ext>
            </a:extLst>
          </p:cNvPr>
          <p:cNvCxnSpPr/>
          <p:nvPr/>
        </p:nvCxnSpPr>
        <p:spPr>
          <a:xfrm>
            <a:off x="2687636" y="243998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49CA914-96AF-21B4-0FD3-8CCE110C3B37}"/>
              </a:ext>
            </a:extLst>
          </p:cNvPr>
          <p:cNvCxnSpPr/>
          <p:nvPr/>
        </p:nvCxnSpPr>
        <p:spPr>
          <a:xfrm>
            <a:off x="2775742" y="24947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4E0C5F57-E5C1-D5F8-A187-53539C826C07}"/>
              </a:ext>
            </a:extLst>
          </p:cNvPr>
          <p:cNvCxnSpPr/>
          <p:nvPr/>
        </p:nvCxnSpPr>
        <p:spPr>
          <a:xfrm>
            <a:off x="2775742" y="25376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33459AF2-1561-5C4A-5F93-996972BE2146}"/>
              </a:ext>
            </a:extLst>
          </p:cNvPr>
          <p:cNvCxnSpPr/>
          <p:nvPr/>
        </p:nvCxnSpPr>
        <p:spPr>
          <a:xfrm>
            <a:off x="2718593" y="258286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D7094969-D2F0-E9C5-6C02-0CBA104B4AB3}"/>
              </a:ext>
            </a:extLst>
          </p:cNvPr>
          <p:cNvCxnSpPr/>
          <p:nvPr/>
        </p:nvCxnSpPr>
        <p:spPr>
          <a:xfrm>
            <a:off x="2775742" y="264001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059DA09-1891-85DD-C422-27E50C1634A4}"/>
              </a:ext>
            </a:extLst>
          </p:cNvPr>
          <p:cNvCxnSpPr/>
          <p:nvPr/>
        </p:nvCxnSpPr>
        <p:spPr>
          <a:xfrm>
            <a:off x="2923380" y="269002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D4ABD08-E1AF-10BD-5426-53E1407FDCFC}"/>
              </a:ext>
            </a:extLst>
          </p:cNvPr>
          <p:cNvCxnSpPr/>
          <p:nvPr/>
        </p:nvCxnSpPr>
        <p:spPr>
          <a:xfrm>
            <a:off x="2923380" y="27447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6CF9C11-0CB8-342E-1735-4A98D57C5154}"/>
              </a:ext>
            </a:extLst>
          </p:cNvPr>
          <p:cNvCxnSpPr/>
          <p:nvPr/>
        </p:nvCxnSpPr>
        <p:spPr>
          <a:xfrm>
            <a:off x="2923380" y="279479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FE8E18B-64CF-838F-0EB6-ACE931718088}"/>
              </a:ext>
            </a:extLst>
          </p:cNvPr>
          <p:cNvCxnSpPr/>
          <p:nvPr/>
        </p:nvCxnSpPr>
        <p:spPr>
          <a:xfrm>
            <a:off x="2923380" y="284480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D63794B2-E116-0C40-D6FD-346DFB151C0F}"/>
              </a:ext>
            </a:extLst>
          </p:cNvPr>
          <p:cNvCxnSpPr/>
          <p:nvPr/>
        </p:nvCxnSpPr>
        <p:spPr>
          <a:xfrm>
            <a:off x="2923380" y="290909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8971FD8-4C9B-25D5-9740-EC9EB1CDB7A2}"/>
              </a:ext>
            </a:extLst>
          </p:cNvPr>
          <p:cNvCxnSpPr/>
          <p:nvPr/>
        </p:nvCxnSpPr>
        <p:spPr>
          <a:xfrm>
            <a:off x="2923380" y="295433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5F60E811-3C2F-A764-C57E-3D3164AA78F6}"/>
              </a:ext>
            </a:extLst>
          </p:cNvPr>
          <p:cNvCxnSpPr/>
          <p:nvPr/>
        </p:nvCxnSpPr>
        <p:spPr>
          <a:xfrm>
            <a:off x="2944811" y="30114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7F6F80BF-94A6-B1A1-DF18-609D66D0D2E6}"/>
              </a:ext>
            </a:extLst>
          </p:cNvPr>
          <p:cNvCxnSpPr/>
          <p:nvPr/>
        </p:nvCxnSpPr>
        <p:spPr>
          <a:xfrm>
            <a:off x="2944811" y="30662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07615D0-A2BB-25F7-BE17-CB1149731881}"/>
              </a:ext>
            </a:extLst>
          </p:cNvPr>
          <p:cNvCxnSpPr/>
          <p:nvPr/>
        </p:nvCxnSpPr>
        <p:spPr>
          <a:xfrm>
            <a:off x="2944811" y="312340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954ADBE-EF7C-BBBD-8CE2-BA1B7920C837}"/>
              </a:ext>
            </a:extLst>
          </p:cNvPr>
          <p:cNvCxnSpPr/>
          <p:nvPr/>
        </p:nvCxnSpPr>
        <p:spPr>
          <a:xfrm>
            <a:off x="2944811" y="318055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4E8D0C48-8665-3B43-9C29-42FDB436EF7F}"/>
              </a:ext>
            </a:extLst>
          </p:cNvPr>
          <p:cNvCxnSpPr/>
          <p:nvPr/>
        </p:nvCxnSpPr>
        <p:spPr>
          <a:xfrm>
            <a:off x="2971004" y="32329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F594F2FD-8916-FE8D-5F13-7892AF42D27D}"/>
              </a:ext>
            </a:extLst>
          </p:cNvPr>
          <p:cNvCxnSpPr/>
          <p:nvPr/>
        </p:nvCxnSpPr>
        <p:spPr>
          <a:xfrm>
            <a:off x="2944811" y="328771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F20C4EFA-C055-1FCA-A205-81A13FF427E6}"/>
              </a:ext>
            </a:extLst>
          </p:cNvPr>
          <p:cNvCxnSpPr/>
          <p:nvPr/>
        </p:nvCxnSpPr>
        <p:spPr>
          <a:xfrm>
            <a:off x="2885280" y="33377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957DCBFD-38FF-C3AD-74E6-C7EBE7937ACF}"/>
              </a:ext>
            </a:extLst>
          </p:cNvPr>
          <p:cNvCxnSpPr/>
          <p:nvPr/>
        </p:nvCxnSpPr>
        <p:spPr>
          <a:xfrm>
            <a:off x="2944811" y="33924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99A1CC1-9838-CDB9-3008-20D35EC6BB5D}"/>
              </a:ext>
            </a:extLst>
          </p:cNvPr>
          <p:cNvCxnSpPr/>
          <p:nvPr/>
        </p:nvCxnSpPr>
        <p:spPr>
          <a:xfrm>
            <a:off x="2885280" y="345202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B3F854E7-3488-E244-72A6-8DE6B9656E5D}"/>
              </a:ext>
            </a:extLst>
          </p:cNvPr>
          <p:cNvCxnSpPr/>
          <p:nvPr/>
        </p:nvCxnSpPr>
        <p:spPr>
          <a:xfrm>
            <a:off x="2885280" y="34996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862B3771-28FD-AB69-B85A-E8A1CFEA91EA}"/>
              </a:ext>
            </a:extLst>
          </p:cNvPr>
          <p:cNvCxnSpPr/>
          <p:nvPr/>
        </p:nvCxnSpPr>
        <p:spPr>
          <a:xfrm>
            <a:off x="2923380" y="355203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9CED6655-B1AE-83F0-D3B5-D55171DE291F}"/>
              </a:ext>
            </a:extLst>
          </p:cNvPr>
          <p:cNvCxnSpPr/>
          <p:nvPr/>
        </p:nvCxnSpPr>
        <p:spPr>
          <a:xfrm>
            <a:off x="3054349" y="36044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2CF2C577-CF7E-77D8-6022-DEB6A76B66D2}"/>
              </a:ext>
            </a:extLst>
          </p:cNvPr>
          <p:cNvCxnSpPr/>
          <p:nvPr/>
        </p:nvCxnSpPr>
        <p:spPr>
          <a:xfrm>
            <a:off x="3109117" y="366156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66FE2F84-9795-0CA7-6E45-E737383223B1}"/>
              </a:ext>
            </a:extLst>
          </p:cNvPr>
          <p:cNvCxnSpPr/>
          <p:nvPr/>
        </p:nvCxnSpPr>
        <p:spPr>
          <a:xfrm>
            <a:off x="3109117" y="37139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28636F04-3E43-EDA7-CBAF-66C899B09BEF}"/>
              </a:ext>
            </a:extLst>
          </p:cNvPr>
          <p:cNvCxnSpPr/>
          <p:nvPr/>
        </p:nvCxnSpPr>
        <p:spPr>
          <a:xfrm>
            <a:off x="3080542" y="37663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3616363E-81B1-F4F0-404F-5B5F8F0775CD}"/>
              </a:ext>
            </a:extLst>
          </p:cNvPr>
          <p:cNvCxnSpPr/>
          <p:nvPr/>
        </p:nvCxnSpPr>
        <p:spPr>
          <a:xfrm>
            <a:off x="3080542" y="38163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40C660B-6196-FAAB-C8FE-A1960F2AADDC}"/>
              </a:ext>
            </a:extLst>
          </p:cNvPr>
          <p:cNvCxnSpPr/>
          <p:nvPr/>
        </p:nvCxnSpPr>
        <p:spPr>
          <a:xfrm>
            <a:off x="3225799" y="387349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A885F1A5-F806-1D2B-8355-1D6379051301}"/>
              </a:ext>
            </a:extLst>
          </p:cNvPr>
          <p:cNvCxnSpPr/>
          <p:nvPr/>
        </p:nvCxnSpPr>
        <p:spPr>
          <a:xfrm>
            <a:off x="3225799" y="39306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AECD8297-2D07-FDCA-B059-424BCDFDC60B}"/>
              </a:ext>
            </a:extLst>
          </p:cNvPr>
          <p:cNvCxnSpPr/>
          <p:nvPr/>
        </p:nvCxnSpPr>
        <p:spPr>
          <a:xfrm>
            <a:off x="3247230" y="398303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429BCFF7-CA1B-3419-C582-9B8AA6DB06AE}"/>
              </a:ext>
            </a:extLst>
          </p:cNvPr>
          <p:cNvCxnSpPr/>
          <p:nvPr/>
        </p:nvCxnSpPr>
        <p:spPr>
          <a:xfrm>
            <a:off x="3247230" y="40306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B1BA1DE-E33E-B876-A62D-C481867D0C65}"/>
              </a:ext>
            </a:extLst>
          </p:cNvPr>
          <p:cNvCxnSpPr/>
          <p:nvPr/>
        </p:nvCxnSpPr>
        <p:spPr>
          <a:xfrm>
            <a:off x="3247230" y="409019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D930FB95-21E3-098E-789E-D0D8D9804E4A}"/>
              </a:ext>
            </a:extLst>
          </p:cNvPr>
          <p:cNvCxnSpPr/>
          <p:nvPr/>
        </p:nvCxnSpPr>
        <p:spPr>
          <a:xfrm>
            <a:off x="3247230" y="41425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A80A5C89-B9B6-68E4-65FA-5D8E4CD10916}"/>
              </a:ext>
            </a:extLst>
          </p:cNvPr>
          <p:cNvCxnSpPr/>
          <p:nvPr/>
        </p:nvCxnSpPr>
        <p:spPr>
          <a:xfrm>
            <a:off x="3225799" y="419020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0D9F8E3D-938E-839F-CF46-50DEB0079732}"/>
              </a:ext>
            </a:extLst>
          </p:cNvPr>
          <p:cNvCxnSpPr/>
          <p:nvPr/>
        </p:nvCxnSpPr>
        <p:spPr>
          <a:xfrm>
            <a:off x="3247230" y="42378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FBF95DB-AF83-F3A5-2D75-16612AE83F7C}"/>
              </a:ext>
            </a:extLst>
          </p:cNvPr>
          <p:cNvCxnSpPr/>
          <p:nvPr/>
        </p:nvCxnSpPr>
        <p:spPr>
          <a:xfrm>
            <a:off x="3247230" y="428783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04265218-9F5C-C9DA-A1F0-A4E74D97229B}"/>
              </a:ext>
            </a:extLst>
          </p:cNvPr>
          <p:cNvCxnSpPr/>
          <p:nvPr/>
        </p:nvCxnSpPr>
        <p:spPr>
          <a:xfrm>
            <a:off x="3247230" y="43426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27FDB06-E984-B9C5-A821-8C6D96E190A0}"/>
              </a:ext>
            </a:extLst>
          </p:cNvPr>
          <p:cNvCxnSpPr/>
          <p:nvPr/>
        </p:nvCxnSpPr>
        <p:spPr>
          <a:xfrm>
            <a:off x="3247230" y="43949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9B55F218-ECBD-32F2-646F-8AEB3D3D7524}"/>
              </a:ext>
            </a:extLst>
          </p:cNvPr>
          <p:cNvCxnSpPr/>
          <p:nvPr/>
        </p:nvCxnSpPr>
        <p:spPr>
          <a:xfrm>
            <a:off x="3247230" y="445214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575A37E0-8214-C8C7-94D2-B1CD68629252}"/>
              </a:ext>
            </a:extLst>
          </p:cNvPr>
          <p:cNvCxnSpPr/>
          <p:nvPr/>
        </p:nvCxnSpPr>
        <p:spPr>
          <a:xfrm>
            <a:off x="3225799" y="451405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5310E728-98D2-33C4-CA5B-4A1F151F4E5A}"/>
              </a:ext>
            </a:extLst>
          </p:cNvPr>
          <p:cNvCxnSpPr/>
          <p:nvPr/>
        </p:nvCxnSpPr>
        <p:spPr>
          <a:xfrm>
            <a:off x="3266279" y="45640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A3E5C5C1-FA80-A2FD-7B72-1D566CC7F35A}"/>
              </a:ext>
            </a:extLst>
          </p:cNvPr>
          <p:cNvCxnSpPr/>
          <p:nvPr/>
        </p:nvCxnSpPr>
        <p:spPr>
          <a:xfrm>
            <a:off x="3247230" y="461644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7287832D-9CF5-3023-B5A3-3AC52965D84B}"/>
              </a:ext>
            </a:extLst>
          </p:cNvPr>
          <p:cNvCxnSpPr/>
          <p:nvPr/>
        </p:nvCxnSpPr>
        <p:spPr>
          <a:xfrm>
            <a:off x="2371725" y="46807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894F7C87-F52F-280C-0C7F-DDE4162DD303}"/>
              </a:ext>
            </a:extLst>
          </p:cNvPr>
          <p:cNvCxnSpPr/>
          <p:nvPr/>
        </p:nvCxnSpPr>
        <p:spPr>
          <a:xfrm>
            <a:off x="2521744" y="472836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C5377A38-1FB1-766C-FCAE-7880C0F218DB}"/>
              </a:ext>
            </a:extLst>
          </p:cNvPr>
          <p:cNvCxnSpPr/>
          <p:nvPr/>
        </p:nvCxnSpPr>
        <p:spPr>
          <a:xfrm>
            <a:off x="2492373" y="47736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B84C0011-3874-94AD-0735-CB273F3A0C59}"/>
              </a:ext>
            </a:extLst>
          </p:cNvPr>
          <p:cNvCxnSpPr/>
          <p:nvPr/>
        </p:nvCxnSpPr>
        <p:spPr>
          <a:xfrm>
            <a:off x="2492373" y="48307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9217E779-568D-EDCB-E195-2D4B19DE261E}"/>
              </a:ext>
            </a:extLst>
          </p:cNvPr>
          <p:cNvCxnSpPr/>
          <p:nvPr/>
        </p:nvCxnSpPr>
        <p:spPr>
          <a:xfrm>
            <a:off x="2521743" y="493791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8CFE2299-7069-B9B8-B92C-6DF2A1626309}"/>
              </a:ext>
            </a:extLst>
          </p:cNvPr>
          <p:cNvCxnSpPr/>
          <p:nvPr/>
        </p:nvCxnSpPr>
        <p:spPr>
          <a:xfrm>
            <a:off x="2538411" y="48783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5F30E1A2-F20F-E55E-EAF2-7462DC15A56E}"/>
              </a:ext>
            </a:extLst>
          </p:cNvPr>
          <p:cNvCxnSpPr/>
          <p:nvPr/>
        </p:nvCxnSpPr>
        <p:spPr>
          <a:xfrm>
            <a:off x="2521743" y="499030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775C8BD9-6DD1-84DC-C8BF-25816E1EA3D0}"/>
              </a:ext>
            </a:extLst>
          </p:cNvPr>
          <p:cNvCxnSpPr/>
          <p:nvPr/>
        </p:nvCxnSpPr>
        <p:spPr>
          <a:xfrm>
            <a:off x="2539997" y="503793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BD8A224D-F821-D612-3631-726A5B9AE28E}"/>
              </a:ext>
            </a:extLst>
          </p:cNvPr>
          <p:cNvCxnSpPr/>
          <p:nvPr/>
        </p:nvCxnSpPr>
        <p:spPr>
          <a:xfrm>
            <a:off x="2574922" y="50807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5DE0F2D2-1CAF-2E6C-C04C-E57DC947AF14}"/>
              </a:ext>
            </a:extLst>
          </p:cNvPr>
          <p:cNvCxnSpPr/>
          <p:nvPr/>
        </p:nvCxnSpPr>
        <p:spPr>
          <a:xfrm>
            <a:off x="2599530" y="519271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25BADBBA-D4F2-F326-2A9A-7FC91807134D}"/>
              </a:ext>
            </a:extLst>
          </p:cNvPr>
          <p:cNvCxnSpPr/>
          <p:nvPr/>
        </p:nvCxnSpPr>
        <p:spPr>
          <a:xfrm>
            <a:off x="2591591" y="513794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3E90CB07-D4D3-D49A-31A5-4434353CFEA3}"/>
              </a:ext>
            </a:extLst>
          </p:cNvPr>
          <p:cNvCxnSpPr/>
          <p:nvPr/>
        </p:nvCxnSpPr>
        <p:spPr>
          <a:xfrm>
            <a:off x="2538411" y="524748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E3C7972B-ADBF-7016-FF22-2AA6983FCA9F}"/>
              </a:ext>
            </a:extLst>
          </p:cNvPr>
          <p:cNvCxnSpPr/>
          <p:nvPr/>
        </p:nvCxnSpPr>
        <p:spPr>
          <a:xfrm>
            <a:off x="2582861" y="531177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2F6028A8-882A-311E-445C-7430BD427318}"/>
              </a:ext>
            </a:extLst>
          </p:cNvPr>
          <p:cNvCxnSpPr/>
          <p:nvPr/>
        </p:nvCxnSpPr>
        <p:spPr>
          <a:xfrm>
            <a:off x="2536030" y="536892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81F6EAC-F13F-8E41-71A2-3EE8B11C85DE}"/>
              </a:ext>
            </a:extLst>
          </p:cNvPr>
          <p:cNvCxnSpPr/>
          <p:nvPr/>
        </p:nvCxnSpPr>
        <p:spPr>
          <a:xfrm>
            <a:off x="2786058" y="542369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DF235354-DBC3-63A2-FE15-4BACFDB72FF7}"/>
              </a:ext>
            </a:extLst>
          </p:cNvPr>
          <p:cNvCxnSpPr/>
          <p:nvPr/>
        </p:nvCxnSpPr>
        <p:spPr>
          <a:xfrm>
            <a:off x="2758279" y="546655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C31E8454-B6E2-6109-0F44-1C2BDCABB8A8}"/>
              </a:ext>
            </a:extLst>
          </p:cNvPr>
          <p:cNvCxnSpPr/>
          <p:nvPr/>
        </p:nvCxnSpPr>
        <p:spPr>
          <a:xfrm>
            <a:off x="2739228" y="551417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20749555-A107-F61A-6E90-669DC740F73E}"/>
              </a:ext>
            </a:extLst>
          </p:cNvPr>
          <p:cNvCxnSpPr/>
          <p:nvPr/>
        </p:nvCxnSpPr>
        <p:spPr>
          <a:xfrm>
            <a:off x="2739228" y="556656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7DBA1AA2-2BD6-6549-A1FE-BBB55660DFA7}"/>
              </a:ext>
            </a:extLst>
          </p:cNvPr>
          <p:cNvCxnSpPr/>
          <p:nvPr/>
        </p:nvCxnSpPr>
        <p:spPr>
          <a:xfrm>
            <a:off x="2751930" y="562371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0320B1E-B04E-ED09-27D5-E96226F3BE59}"/>
              </a:ext>
            </a:extLst>
          </p:cNvPr>
          <p:cNvCxnSpPr/>
          <p:nvPr/>
        </p:nvCxnSpPr>
        <p:spPr>
          <a:xfrm>
            <a:off x="2775742" y="56784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5B8582EF-AFA1-6F70-997B-BE724FD96B9D}"/>
              </a:ext>
            </a:extLst>
          </p:cNvPr>
          <p:cNvCxnSpPr/>
          <p:nvPr/>
        </p:nvCxnSpPr>
        <p:spPr>
          <a:xfrm>
            <a:off x="2775742" y="57284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2C6E187D-2F07-AF8B-2E59-E17AA85F3229}"/>
              </a:ext>
            </a:extLst>
          </p:cNvPr>
          <p:cNvCxnSpPr/>
          <p:nvPr/>
        </p:nvCxnSpPr>
        <p:spPr>
          <a:xfrm>
            <a:off x="2775742" y="578564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4FEBE51-FA88-76D5-C60A-FD11A90DFD88}"/>
              </a:ext>
            </a:extLst>
          </p:cNvPr>
          <p:cNvCxnSpPr/>
          <p:nvPr/>
        </p:nvCxnSpPr>
        <p:spPr>
          <a:xfrm>
            <a:off x="2775742" y="584755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4867A07B-0F7D-D921-F8D7-F24AB314C577}"/>
              </a:ext>
            </a:extLst>
          </p:cNvPr>
          <p:cNvCxnSpPr/>
          <p:nvPr/>
        </p:nvCxnSpPr>
        <p:spPr>
          <a:xfrm>
            <a:off x="2775741" y="58975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07F94EA3-DE7E-4701-CBB6-916B89B78D25}"/>
              </a:ext>
            </a:extLst>
          </p:cNvPr>
          <p:cNvCxnSpPr/>
          <p:nvPr/>
        </p:nvCxnSpPr>
        <p:spPr>
          <a:xfrm>
            <a:off x="2739228" y="594518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6B9368F5-2633-C181-3337-D5DEBB7B31D2}"/>
              </a:ext>
            </a:extLst>
          </p:cNvPr>
          <p:cNvCxnSpPr/>
          <p:nvPr/>
        </p:nvCxnSpPr>
        <p:spPr>
          <a:xfrm>
            <a:off x="2751930" y="600233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909F2445-3386-6FC7-52AD-97DA04F43869}"/>
              </a:ext>
            </a:extLst>
          </p:cNvPr>
          <p:cNvCxnSpPr/>
          <p:nvPr/>
        </p:nvCxnSpPr>
        <p:spPr>
          <a:xfrm>
            <a:off x="2718593" y="605948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137009C9-4CBB-D61A-F42D-2A1E71923900}"/>
              </a:ext>
            </a:extLst>
          </p:cNvPr>
          <p:cNvCxnSpPr/>
          <p:nvPr/>
        </p:nvCxnSpPr>
        <p:spPr>
          <a:xfrm>
            <a:off x="2677315" y="611425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0A7EF59F-542F-9EB6-5946-9090499F17C1}"/>
              </a:ext>
            </a:extLst>
          </p:cNvPr>
          <p:cNvCxnSpPr/>
          <p:nvPr/>
        </p:nvCxnSpPr>
        <p:spPr>
          <a:xfrm>
            <a:off x="2821775" y="616664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8E0570DD-18FA-8C8B-EE67-E5BBB9CBF9CC}"/>
              </a:ext>
            </a:extLst>
          </p:cNvPr>
          <p:cNvCxnSpPr/>
          <p:nvPr/>
        </p:nvCxnSpPr>
        <p:spPr>
          <a:xfrm>
            <a:off x="2904330" y="623569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059E95AC-82A0-31E1-1D4C-EF453B0C11E3}"/>
              </a:ext>
            </a:extLst>
          </p:cNvPr>
          <p:cNvCxnSpPr/>
          <p:nvPr/>
        </p:nvCxnSpPr>
        <p:spPr>
          <a:xfrm>
            <a:off x="2832892" y="627856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61C20DB6-422D-CE2E-F7B2-C7036209D6B5}"/>
              </a:ext>
            </a:extLst>
          </p:cNvPr>
          <p:cNvCxnSpPr/>
          <p:nvPr/>
        </p:nvCxnSpPr>
        <p:spPr>
          <a:xfrm>
            <a:off x="2832892" y="63333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2B0ED231-ECAB-B350-172A-BDDBF3D80F34}"/>
              </a:ext>
            </a:extLst>
          </p:cNvPr>
          <p:cNvCxnSpPr/>
          <p:nvPr/>
        </p:nvCxnSpPr>
        <p:spPr>
          <a:xfrm>
            <a:off x="2832892" y="638095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2FEE9CEA-0208-EA64-DF57-C74EC22D089A}"/>
              </a:ext>
            </a:extLst>
          </p:cNvPr>
          <p:cNvCxnSpPr/>
          <p:nvPr/>
        </p:nvCxnSpPr>
        <p:spPr>
          <a:xfrm>
            <a:off x="2841620" y="643096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73143335-B209-0ECA-97B8-142869DA09E8}"/>
              </a:ext>
            </a:extLst>
          </p:cNvPr>
          <p:cNvCxnSpPr/>
          <p:nvPr/>
        </p:nvCxnSpPr>
        <p:spPr>
          <a:xfrm>
            <a:off x="2835272" y="648572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D412E176-4E3E-68DA-1945-2FE5741D3354}"/>
              </a:ext>
            </a:extLst>
          </p:cNvPr>
          <p:cNvCxnSpPr/>
          <p:nvPr/>
        </p:nvCxnSpPr>
        <p:spPr>
          <a:xfrm>
            <a:off x="2878131" y="652859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7BC7CA26-E383-9192-4D36-66BC3A447C73}"/>
              </a:ext>
            </a:extLst>
          </p:cNvPr>
          <p:cNvCxnSpPr/>
          <p:nvPr/>
        </p:nvCxnSpPr>
        <p:spPr>
          <a:xfrm>
            <a:off x="2856705" y="657859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1756F925-3DC6-353D-16F5-F306AF42E97C}"/>
              </a:ext>
            </a:extLst>
          </p:cNvPr>
          <p:cNvCxnSpPr/>
          <p:nvPr/>
        </p:nvCxnSpPr>
        <p:spPr>
          <a:xfrm>
            <a:off x="2832892" y="665717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7CE8B4F-AAC1-B109-B192-E42D09AFC576}"/>
              </a:ext>
            </a:extLst>
          </p:cNvPr>
          <p:cNvCxnSpPr>
            <a:cxnSpLocks/>
          </p:cNvCxnSpPr>
          <p:nvPr/>
        </p:nvCxnSpPr>
        <p:spPr>
          <a:xfrm>
            <a:off x="5038724" y="-20439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BAFE768-A12B-BBE2-85B5-0C06B7E6AFC2}"/>
              </a:ext>
            </a:extLst>
          </p:cNvPr>
          <p:cNvCxnSpPr>
            <a:cxnSpLocks/>
          </p:cNvCxnSpPr>
          <p:nvPr/>
        </p:nvCxnSpPr>
        <p:spPr>
          <a:xfrm>
            <a:off x="5083968" y="-23138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9900CA7-1271-0B55-883D-BA134FE30510}"/>
              </a:ext>
            </a:extLst>
          </p:cNvPr>
          <p:cNvCxnSpPr>
            <a:cxnSpLocks/>
          </p:cNvCxnSpPr>
          <p:nvPr/>
        </p:nvCxnSpPr>
        <p:spPr>
          <a:xfrm>
            <a:off x="5129211" y="-20439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B76B352-E59C-5318-9D62-A9C334F75037}"/>
              </a:ext>
            </a:extLst>
          </p:cNvPr>
          <p:cNvCxnSpPr>
            <a:cxnSpLocks/>
          </p:cNvCxnSpPr>
          <p:nvPr/>
        </p:nvCxnSpPr>
        <p:spPr>
          <a:xfrm>
            <a:off x="5179217" y="-21550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BD723B9-7AF0-F295-EE49-61009C2C5061}"/>
              </a:ext>
            </a:extLst>
          </p:cNvPr>
          <p:cNvCxnSpPr>
            <a:cxnSpLocks/>
          </p:cNvCxnSpPr>
          <p:nvPr/>
        </p:nvCxnSpPr>
        <p:spPr>
          <a:xfrm>
            <a:off x="5233986" y="-20439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232BCC3-B270-4891-DB77-0C42E58CB785}"/>
              </a:ext>
            </a:extLst>
          </p:cNvPr>
          <p:cNvCxnSpPr>
            <a:cxnSpLocks/>
          </p:cNvCxnSpPr>
          <p:nvPr/>
        </p:nvCxnSpPr>
        <p:spPr>
          <a:xfrm>
            <a:off x="5286373" y="-20360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4C89ABA-7447-7515-2C80-2E35A1B3AC83}"/>
              </a:ext>
            </a:extLst>
          </p:cNvPr>
          <p:cNvCxnSpPr>
            <a:cxnSpLocks/>
          </p:cNvCxnSpPr>
          <p:nvPr/>
        </p:nvCxnSpPr>
        <p:spPr>
          <a:xfrm>
            <a:off x="5341142" y="-20439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4CFA409-BF1B-1905-D9CE-5EB0E4C94A2A}"/>
              </a:ext>
            </a:extLst>
          </p:cNvPr>
          <p:cNvCxnSpPr>
            <a:cxnSpLocks/>
          </p:cNvCxnSpPr>
          <p:nvPr/>
        </p:nvCxnSpPr>
        <p:spPr>
          <a:xfrm>
            <a:off x="5395911" y="-18375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6248634-20E4-50AC-0E9E-EF974DAC0A1C}"/>
              </a:ext>
            </a:extLst>
          </p:cNvPr>
          <p:cNvCxnSpPr>
            <a:cxnSpLocks/>
          </p:cNvCxnSpPr>
          <p:nvPr/>
        </p:nvCxnSpPr>
        <p:spPr>
          <a:xfrm>
            <a:off x="5448299" y="-15200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3D65D76-11E2-A19C-1135-7DAFF253F7F7}"/>
              </a:ext>
            </a:extLst>
          </p:cNvPr>
          <p:cNvCxnSpPr>
            <a:cxnSpLocks/>
          </p:cNvCxnSpPr>
          <p:nvPr/>
        </p:nvCxnSpPr>
        <p:spPr>
          <a:xfrm>
            <a:off x="5505448" y="-9961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69CECC5-1F5D-C4AA-6097-59BFBDC7F2CA}"/>
              </a:ext>
            </a:extLst>
          </p:cNvPr>
          <p:cNvCxnSpPr>
            <a:cxnSpLocks/>
          </p:cNvCxnSpPr>
          <p:nvPr/>
        </p:nvCxnSpPr>
        <p:spPr>
          <a:xfrm>
            <a:off x="5557836" y="-15200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7C360D03-95A8-24D8-B0B7-1938CC2AB17C}"/>
              </a:ext>
            </a:extLst>
          </p:cNvPr>
          <p:cNvCxnSpPr>
            <a:cxnSpLocks/>
          </p:cNvCxnSpPr>
          <p:nvPr/>
        </p:nvCxnSpPr>
        <p:spPr>
          <a:xfrm>
            <a:off x="5614986" y="-15200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5BFF1646-B53A-E9DF-C871-48A646819F3E}"/>
              </a:ext>
            </a:extLst>
          </p:cNvPr>
          <p:cNvCxnSpPr>
            <a:cxnSpLocks/>
          </p:cNvCxnSpPr>
          <p:nvPr/>
        </p:nvCxnSpPr>
        <p:spPr>
          <a:xfrm>
            <a:off x="5667374" y="-18375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940ED925-2BD3-2A54-1915-9BF42FA91618}"/>
              </a:ext>
            </a:extLst>
          </p:cNvPr>
          <p:cNvCxnSpPr>
            <a:cxnSpLocks/>
          </p:cNvCxnSpPr>
          <p:nvPr/>
        </p:nvCxnSpPr>
        <p:spPr>
          <a:xfrm>
            <a:off x="5719761" y="-21550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269C5B81-0FBB-471D-27CA-74AB502A93B0}"/>
              </a:ext>
            </a:extLst>
          </p:cNvPr>
          <p:cNvCxnSpPr>
            <a:cxnSpLocks/>
          </p:cNvCxnSpPr>
          <p:nvPr/>
        </p:nvCxnSpPr>
        <p:spPr>
          <a:xfrm>
            <a:off x="5767386" y="-20439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50325254-D0D9-A989-3E75-EA2435A0778A}"/>
              </a:ext>
            </a:extLst>
          </p:cNvPr>
          <p:cNvCxnSpPr>
            <a:cxnSpLocks/>
          </p:cNvCxnSpPr>
          <p:nvPr/>
        </p:nvCxnSpPr>
        <p:spPr>
          <a:xfrm>
            <a:off x="5817392" y="-25201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1C0B7B34-D459-222B-F0F0-A17F59FE581B}"/>
              </a:ext>
            </a:extLst>
          </p:cNvPr>
          <p:cNvCxnSpPr>
            <a:cxnSpLocks/>
          </p:cNvCxnSpPr>
          <p:nvPr/>
        </p:nvCxnSpPr>
        <p:spPr>
          <a:xfrm>
            <a:off x="5876923" y="-27503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1A7B28A1-E815-4B94-D75D-8DBC868B6C2C}"/>
              </a:ext>
            </a:extLst>
          </p:cNvPr>
          <p:cNvCxnSpPr>
            <a:cxnSpLocks/>
          </p:cNvCxnSpPr>
          <p:nvPr/>
        </p:nvCxnSpPr>
        <p:spPr>
          <a:xfrm>
            <a:off x="5934073" y="-27503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596BB82A-60EB-0B59-6FB1-3092EFCBA707}"/>
              </a:ext>
            </a:extLst>
          </p:cNvPr>
          <p:cNvCxnSpPr>
            <a:cxnSpLocks/>
          </p:cNvCxnSpPr>
          <p:nvPr/>
        </p:nvCxnSpPr>
        <p:spPr>
          <a:xfrm>
            <a:off x="5988841" y="-32663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89362782-CDBC-5BA6-7DF0-B0E47432EEF6}"/>
              </a:ext>
            </a:extLst>
          </p:cNvPr>
          <p:cNvCxnSpPr>
            <a:cxnSpLocks/>
          </p:cNvCxnSpPr>
          <p:nvPr/>
        </p:nvCxnSpPr>
        <p:spPr>
          <a:xfrm>
            <a:off x="6038848" y="-17978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691DAD1F-159F-C6D8-DB09-D2DFF69B8D7E}"/>
              </a:ext>
            </a:extLst>
          </p:cNvPr>
          <p:cNvCxnSpPr>
            <a:cxnSpLocks/>
          </p:cNvCxnSpPr>
          <p:nvPr/>
        </p:nvCxnSpPr>
        <p:spPr>
          <a:xfrm>
            <a:off x="6086472" y="-30519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F635C8A3-BDCB-8409-4406-8FAC21669A1D}"/>
              </a:ext>
            </a:extLst>
          </p:cNvPr>
          <p:cNvCxnSpPr>
            <a:cxnSpLocks/>
          </p:cNvCxnSpPr>
          <p:nvPr/>
        </p:nvCxnSpPr>
        <p:spPr>
          <a:xfrm>
            <a:off x="6138860" y="-28614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83F1096F-8E86-D2F4-F254-3B92DA13CE26}"/>
              </a:ext>
            </a:extLst>
          </p:cNvPr>
          <p:cNvCxnSpPr>
            <a:cxnSpLocks/>
          </p:cNvCxnSpPr>
          <p:nvPr/>
        </p:nvCxnSpPr>
        <p:spPr>
          <a:xfrm>
            <a:off x="6193629" y="-30519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8276008A-54F0-55F3-A4C6-B495E10BD103}"/>
              </a:ext>
            </a:extLst>
          </p:cNvPr>
          <p:cNvCxnSpPr>
            <a:cxnSpLocks/>
          </p:cNvCxnSpPr>
          <p:nvPr/>
        </p:nvCxnSpPr>
        <p:spPr>
          <a:xfrm>
            <a:off x="6238873" y="-31154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F206464F-3FB9-3A66-61A9-B11D245D9589}"/>
              </a:ext>
            </a:extLst>
          </p:cNvPr>
          <p:cNvCxnSpPr>
            <a:cxnSpLocks/>
          </p:cNvCxnSpPr>
          <p:nvPr/>
        </p:nvCxnSpPr>
        <p:spPr>
          <a:xfrm>
            <a:off x="6296022" y="-31154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695261C2-58A2-377C-B17F-BDB341E840A1}"/>
              </a:ext>
            </a:extLst>
          </p:cNvPr>
          <p:cNvCxnSpPr>
            <a:cxnSpLocks/>
          </p:cNvCxnSpPr>
          <p:nvPr/>
        </p:nvCxnSpPr>
        <p:spPr>
          <a:xfrm>
            <a:off x="6353172" y="-31154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40FB2C90-F75D-88E4-9E0F-A746C76B23B2}"/>
              </a:ext>
            </a:extLst>
          </p:cNvPr>
          <p:cNvCxnSpPr>
            <a:cxnSpLocks/>
          </p:cNvCxnSpPr>
          <p:nvPr/>
        </p:nvCxnSpPr>
        <p:spPr>
          <a:xfrm>
            <a:off x="6415084" y="-31154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B2067B2A-1661-4345-1AE4-A94F49597049}"/>
              </a:ext>
            </a:extLst>
          </p:cNvPr>
          <p:cNvCxnSpPr>
            <a:cxnSpLocks/>
          </p:cNvCxnSpPr>
          <p:nvPr/>
        </p:nvCxnSpPr>
        <p:spPr>
          <a:xfrm>
            <a:off x="6469854" y="-32663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B235A72-B8CB-71C3-D108-B98962D1F870}"/>
              </a:ext>
            </a:extLst>
          </p:cNvPr>
          <p:cNvCxnSpPr>
            <a:cxnSpLocks/>
          </p:cNvCxnSpPr>
          <p:nvPr/>
        </p:nvCxnSpPr>
        <p:spPr>
          <a:xfrm>
            <a:off x="6522241" y="-32663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6FB18A3F-F93B-E186-BA56-97AFB0D82D85}"/>
              </a:ext>
            </a:extLst>
          </p:cNvPr>
          <p:cNvCxnSpPr>
            <a:cxnSpLocks/>
          </p:cNvCxnSpPr>
          <p:nvPr/>
        </p:nvCxnSpPr>
        <p:spPr>
          <a:xfrm>
            <a:off x="6577009" y="-32663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BF28ED89-8612-3BE8-61BD-1F98CCC3D152}"/>
              </a:ext>
            </a:extLst>
          </p:cNvPr>
          <p:cNvCxnSpPr>
            <a:cxnSpLocks/>
          </p:cNvCxnSpPr>
          <p:nvPr/>
        </p:nvCxnSpPr>
        <p:spPr>
          <a:xfrm>
            <a:off x="6624635" y="-35044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9C696908-6870-B7E1-6D8D-8261A3C44659}"/>
              </a:ext>
            </a:extLst>
          </p:cNvPr>
          <p:cNvCxnSpPr>
            <a:cxnSpLocks/>
          </p:cNvCxnSpPr>
          <p:nvPr/>
        </p:nvCxnSpPr>
        <p:spPr>
          <a:xfrm>
            <a:off x="6674641" y="-35044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162C338E-9E72-7093-3FE6-55AE6337363E}"/>
              </a:ext>
            </a:extLst>
          </p:cNvPr>
          <p:cNvCxnSpPr>
            <a:cxnSpLocks/>
          </p:cNvCxnSpPr>
          <p:nvPr/>
        </p:nvCxnSpPr>
        <p:spPr>
          <a:xfrm>
            <a:off x="6724647" y="-32663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0D8C321B-7204-6978-9F06-67F791DA9869}"/>
              </a:ext>
            </a:extLst>
          </p:cNvPr>
          <p:cNvCxnSpPr>
            <a:cxnSpLocks/>
          </p:cNvCxnSpPr>
          <p:nvPr/>
        </p:nvCxnSpPr>
        <p:spPr>
          <a:xfrm>
            <a:off x="6777034" y="-34091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64F3A9F6-4936-5C93-0BDB-08C1C9ED8314}"/>
              </a:ext>
            </a:extLst>
          </p:cNvPr>
          <p:cNvCxnSpPr>
            <a:cxnSpLocks/>
          </p:cNvCxnSpPr>
          <p:nvPr/>
        </p:nvCxnSpPr>
        <p:spPr>
          <a:xfrm>
            <a:off x="6831804" y="-31234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62B44000-D672-FE8F-6B5B-0E3E21863257}"/>
              </a:ext>
            </a:extLst>
          </p:cNvPr>
          <p:cNvCxnSpPr>
            <a:cxnSpLocks/>
          </p:cNvCxnSpPr>
          <p:nvPr/>
        </p:nvCxnSpPr>
        <p:spPr>
          <a:xfrm>
            <a:off x="6893716" y="-36631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4A6A242-01B8-10AE-127C-F5D47269547D}"/>
              </a:ext>
            </a:extLst>
          </p:cNvPr>
          <p:cNvCxnSpPr>
            <a:cxnSpLocks/>
          </p:cNvCxnSpPr>
          <p:nvPr/>
        </p:nvCxnSpPr>
        <p:spPr>
          <a:xfrm>
            <a:off x="6948484" y="-32186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9A82C345-AF06-B75E-D4BB-2ABDA8ADD31D}"/>
              </a:ext>
            </a:extLst>
          </p:cNvPr>
          <p:cNvCxnSpPr>
            <a:cxnSpLocks/>
          </p:cNvCxnSpPr>
          <p:nvPr/>
        </p:nvCxnSpPr>
        <p:spPr>
          <a:xfrm>
            <a:off x="6991348" y="-35044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34BE9BCD-C6F5-C2A4-BE37-6C99CCD540CF}"/>
              </a:ext>
            </a:extLst>
          </p:cNvPr>
          <p:cNvCxnSpPr>
            <a:cxnSpLocks/>
          </p:cNvCxnSpPr>
          <p:nvPr/>
        </p:nvCxnSpPr>
        <p:spPr>
          <a:xfrm>
            <a:off x="7041353" y="-31234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706E7717-FA4D-CFE4-8AFD-7E5C7FCE7461}"/>
              </a:ext>
            </a:extLst>
          </p:cNvPr>
          <p:cNvCxnSpPr>
            <a:cxnSpLocks/>
          </p:cNvCxnSpPr>
          <p:nvPr/>
        </p:nvCxnSpPr>
        <p:spPr>
          <a:xfrm>
            <a:off x="7098504" y="-37425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6DA7FF32-2365-F269-BC3B-EF4D3D75CD9C}"/>
              </a:ext>
            </a:extLst>
          </p:cNvPr>
          <p:cNvCxnSpPr>
            <a:cxnSpLocks/>
          </p:cNvCxnSpPr>
          <p:nvPr/>
        </p:nvCxnSpPr>
        <p:spPr>
          <a:xfrm>
            <a:off x="7153272" y="-35044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45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A0F3D1-46B9-2913-BD73-464C6E6F0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642" y="1"/>
            <a:ext cx="3511032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2D4FECF-B69A-F293-4C42-082C71F01C2E}"/>
              </a:ext>
            </a:extLst>
          </p:cNvPr>
          <p:cNvCxnSpPr/>
          <p:nvPr/>
        </p:nvCxnSpPr>
        <p:spPr>
          <a:xfrm>
            <a:off x="2630486" y="1563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7A93134-4F40-E34A-8D44-8C8DF9B9EA1F}"/>
              </a:ext>
            </a:extLst>
          </p:cNvPr>
          <p:cNvCxnSpPr/>
          <p:nvPr/>
        </p:nvCxnSpPr>
        <p:spPr>
          <a:xfrm>
            <a:off x="2630486" y="2420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9840C40-DBDD-53CD-7F9E-2A7A8E081BAB}"/>
              </a:ext>
            </a:extLst>
          </p:cNvPr>
          <p:cNvCxnSpPr/>
          <p:nvPr/>
        </p:nvCxnSpPr>
        <p:spPr>
          <a:xfrm>
            <a:off x="2816223" y="32781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F160843-7CB0-C646-C8DF-CD53E1DE55D9}"/>
              </a:ext>
            </a:extLst>
          </p:cNvPr>
          <p:cNvCxnSpPr/>
          <p:nvPr/>
        </p:nvCxnSpPr>
        <p:spPr>
          <a:xfrm>
            <a:off x="2892424" y="79454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7DDC6AB-65A7-045F-3FDA-B83C164368F0}"/>
              </a:ext>
            </a:extLst>
          </p:cNvPr>
          <p:cNvCxnSpPr/>
          <p:nvPr/>
        </p:nvCxnSpPr>
        <p:spPr>
          <a:xfrm>
            <a:off x="2816223" y="49450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204BF9D-DA37-6FFC-7D69-645023CA5608}"/>
              </a:ext>
            </a:extLst>
          </p:cNvPr>
          <p:cNvCxnSpPr/>
          <p:nvPr/>
        </p:nvCxnSpPr>
        <p:spPr>
          <a:xfrm>
            <a:off x="2835274" y="56356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FD9954F-3CDF-EB21-3BB4-E9025A73A4A5}"/>
              </a:ext>
            </a:extLst>
          </p:cNvPr>
          <p:cNvCxnSpPr/>
          <p:nvPr/>
        </p:nvCxnSpPr>
        <p:spPr>
          <a:xfrm>
            <a:off x="2835274" y="63976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3601F61-2731-5E4E-442E-5C1CFE0615E5}"/>
              </a:ext>
            </a:extLst>
          </p:cNvPr>
          <p:cNvCxnSpPr/>
          <p:nvPr/>
        </p:nvCxnSpPr>
        <p:spPr>
          <a:xfrm>
            <a:off x="2892424" y="7207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2A4BBDD-38B6-BF36-46C3-90E6BC6759F8}"/>
              </a:ext>
            </a:extLst>
          </p:cNvPr>
          <p:cNvCxnSpPr/>
          <p:nvPr/>
        </p:nvCxnSpPr>
        <p:spPr>
          <a:xfrm>
            <a:off x="2782886" y="3944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BA73EE7-0DE9-633B-44B2-A035CC38053C}"/>
              </a:ext>
            </a:extLst>
          </p:cNvPr>
          <p:cNvCxnSpPr/>
          <p:nvPr/>
        </p:nvCxnSpPr>
        <p:spPr>
          <a:xfrm>
            <a:off x="3073399" y="86360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882CA1B-35AB-E606-34A7-3B9B4D23C341}"/>
              </a:ext>
            </a:extLst>
          </p:cNvPr>
          <p:cNvCxnSpPr/>
          <p:nvPr/>
        </p:nvCxnSpPr>
        <p:spPr>
          <a:xfrm>
            <a:off x="2940049" y="94218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6CAF8B9-C3D8-3FFC-1E61-F643D227975D}"/>
              </a:ext>
            </a:extLst>
          </p:cNvPr>
          <p:cNvCxnSpPr/>
          <p:nvPr/>
        </p:nvCxnSpPr>
        <p:spPr>
          <a:xfrm>
            <a:off x="2782886" y="102076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ED094D3-184F-B45F-282F-70E8205C3DD0}"/>
              </a:ext>
            </a:extLst>
          </p:cNvPr>
          <p:cNvCxnSpPr/>
          <p:nvPr/>
        </p:nvCxnSpPr>
        <p:spPr>
          <a:xfrm>
            <a:off x="2892424" y="109220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C738527-18D8-D2D5-0160-B47AB20828FC}"/>
              </a:ext>
            </a:extLst>
          </p:cNvPr>
          <p:cNvCxnSpPr/>
          <p:nvPr/>
        </p:nvCxnSpPr>
        <p:spPr>
          <a:xfrm>
            <a:off x="2568574" y="117078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EE46E89-EA47-25A6-2BEA-2D16E5D1C357}"/>
              </a:ext>
            </a:extLst>
          </p:cNvPr>
          <p:cNvCxnSpPr/>
          <p:nvPr/>
        </p:nvCxnSpPr>
        <p:spPr>
          <a:xfrm>
            <a:off x="2737643" y="124221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AB32078-C377-5FAA-8021-7A73F939BB8D}"/>
              </a:ext>
            </a:extLst>
          </p:cNvPr>
          <p:cNvCxnSpPr/>
          <p:nvPr/>
        </p:nvCxnSpPr>
        <p:spPr>
          <a:xfrm>
            <a:off x="2737643" y="131603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BE69C2E-C93F-51BE-9B70-2C862BFADCAA}"/>
              </a:ext>
            </a:extLst>
          </p:cNvPr>
          <p:cNvCxnSpPr/>
          <p:nvPr/>
        </p:nvCxnSpPr>
        <p:spPr>
          <a:xfrm>
            <a:off x="2737643" y="14041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FD314C0-3B01-55A1-29F5-97560542A788}"/>
              </a:ext>
            </a:extLst>
          </p:cNvPr>
          <p:cNvCxnSpPr/>
          <p:nvPr/>
        </p:nvCxnSpPr>
        <p:spPr>
          <a:xfrm>
            <a:off x="2766217" y="147558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078EE63-6242-8E7D-1353-03F4AB6CF4AD}"/>
              </a:ext>
            </a:extLst>
          </p:cNvPr>
          <p:cNvCxnSpPr/>
          <p:nvPr/>
        </p:nvCxnSpPr>
        <p:spPr>
          <a:xfrm>
            <a:off x="2766217" y="156606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1ADC8F0-A973-DD43-8752-0D2CB4F6FF09}"/>
              </a:ext>
            </a:extLst>
          </p:cNvPr>
          <p:cNvCxnSpPr/>
          <p:nvPr/>
        </p:nvCxnSpPr>
        <p:spPr>
          <a:xfrm>
            <a:off x="2713831" y="163512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92780A6-6442-52AA-18EA-175B2FB32584}"/>
              </a:ext>
            </a:extLst>
          </p:cNvPr>
          <p:cNvCxnSpPr/>
          <p:nvPr/>
        </p:nvCxnSpPr>
        <p:spPr>
          <a:xfrm>
            <a:off x="2816223" y="169227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EC196D6-9B5D-8F6F-0BD0-B6ACEA6CC84D}"/>
              </a:ext>
            </a:extLst>
          </p:cNvPr>
          <p:cNvCxnSpPr/>
          <p:nvPr/>
        </p:nvCxnSpPr>
        <p:spPr>
          <a:xfrm>
            <a:off x="2766217" y="176609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E66D6B5-1DE7-97A0-0E05-F65F1CDA56DF}"/>
              </a:ext>
            </a:extLst>
          </p:cNvPr>
          <p:cNvCxnSpPr/>
          <p:nvPr/>
        </p:nvCxnSpPr>
        <p:spPr>
          <a:xfrm>
            <a:off x="2782886" y="186134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BA2BC09-6371-B131-A661-735171726CDA}"/>
              </a:ext>
            </a:extLst>
          </p:cNvPr>
          <p:cNvCxnSpPr/>
          <p:nvPr/>
        </p:nvCxnSpPr>
        <p:spPr>
          <a:xfrm>
            <a:off x="2782886" y="193278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AEE07-4532-18DD-E910-151DF965D35B}"/>
              </a:ext>
            </a:extLst>
          </p:cNvPr>
          <p:cNvCxnSpPr/>
          <p:nvPr/>
        </p:nvCxnSpPr>
        <p:spPr>
          <a:xfrm>
            <a:off x="2737643" y="202565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11BEE59-439C-F0C8-3586-02EEFC556B6B}"/>
              </a:ext>
            </a:extLst>
          </p:cNvPr>
          <p:cNvCxnSpPr/>
          <p:nvPr/>
        </p:nvCxnSpPr>
        <p:spPr>
          <a:xfrm>
            <a:off x="1556543" y="209232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89898F3-0926-8A93-574B-1E57BE16D745}"/>
              </a:ext>
            </a:extLst>
          </p:cNvPr>
          <p:cNvCxnSpPr/>
          <p:nvPr/>
        </p:nvCxnSpPr>
        <p:spPr>
          <a:xfrm>
            <a:off x="1749424" y="216138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AFA14AC-C1DF-697F-4969-E86895261ABF}"/>
              </a:ext>
            </a:extLst>
          </p:cNvPr>
          <p:cNvCxnSpPr/>
          <p:nvPr/>
        </p:nvCxnSpPr>
        <p:spPr>
          <a:xfrm>
            <a:off x="1666080" y="287337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05D65A3-DA1A-C271-FECC-021F6763817F}"/>
              </a:ext>
            </a:extLst>
          </p:cNvPr>
          <p:cNvCxnSpPr/>
          <p:nvPr/>
        </p:nvCxnSpPr>
        <p:spPr>
          <a:xfrm>
            <a:off x="1716086" y="233045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516BEED-C839-C2FC-4670-653C4F752BEB}"/>
              </a:ext>
            </a:extLst>
          </p:cNvPr>
          <p:cNvCxnSpPr/>
          <p:nvPr/>
        </p:nvCxnSpPr>
        <p:spPr>
          <a:xfrm>
            <a:off x="1716086" y="240665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82CAA36-DA41-5038-4DE3-56B304ABEA68}"/>
              </a:ext>
            </a:extLst>
          </p:cNvPr>
          <p:cNvCxnSpPr/>
          <p:nvPr/>
        </p:nvCxnSpPr>
        <p:spPr>
          <a:xfrm>
            <a:off x="1666080" y="247570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0107733-B912-225A-2F37-EEE2226C910C}"/>
              </a:ext>
            </a:extLst>
          </p:cNvPr>
          <p:cNvCxnSpPr/>
          <p:nvPr/>
        </p:nvCxnSpPr>
        <p:spPr>
          <a:xfrm>
            <a:off x="1716086" y="255190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7EBD29-B33B-F870-4269-66D0AF90BF3E}"/>
              </a:ext>
            </a:extLst>
          </p:cNvPr>
          <p:cNvCxnSpPr/>
          <p:nvPr/>
        </p:nvCxnSpPr>
        <p:spPr>
          <a:xfrm>
            <a:off x="1508918" y="263763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98B43A1-7E51-1BCD-48A3-C7AA03800BCA}"/>
              </a:ext>
            </a:extLst>
          </p:cNvPr>
          <p:cNvCxnSpPr/>
          <p:nvPr/>
        </p:nvCxnSpPr>
        <p:spPr>
          <a:xfrm>
            <a:off x="1608930" y="271621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AF831DD-6E1F-6B93-3872-E3EE133782F4}"/>
              </a:ext>
            </a:extLst>
          </p:cNvPr>
          <p:cNvCxnSpPr/>
          <p:nvPr/>
        </p:nvCxnSpPr>
        <p:spPr>
          <a:xfrm>
            <a:off x="1625599" y="279241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4D6A76A6-A176-20F8-1517-05FBAA32EEF2}"/>
              </a:ext>
            </a:extLst>
          </p:cNvPr>
          <p:cNvCxnSpPr/>
          <p:nvPr/>
        </p:nvCxnSpPr>
        <p:spPr>
          <a:xfrm>
            <a:off x="1708943" y="224472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9AAC805C-DC72-7D0B-1340-3A1DC3191029}"/>
              </a:ext>
            </a:extLst>
          </p:cNvPr>
          <p:cNvCxnSpPr/>
          <p:nvPr/>
        </p:nvCxnSpPr>
        <p:spPr>
          <a:xfrm>
            <a:off x="1794668" y="294719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3F9199A-FE66-BE48-6FA8-FFDDA3F3FBC5}"/>
              </a:ext>
            </a:extLst>
          </p:cNvPr>
          <p:cNvCxnSpPr/>
          <p:nvPr/>
        </p:nvCxnSpPr>
        <p:spPr>
          <a:xfrm>
            <a:off x="1978024" y="3035301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B655217-712C-A245-75D0-38056192B9DB}"/>
              </a:ext>
            </a:extLst>
          </p:cNvPr>
          <p:cNvCxnSpPr/>
          <p:nvPr/>
        </p:nvCxnSpPr>
        <p:spPr>
          <a:xfrm>
            <a:off x="2015329" y="332105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BE9931E1-3581-7363-126E-0CF08C90A443}"/>
              </a:ext>
            </a:extLst>
          </p:cNvPr>
          <p:cNvCxnSpPr/>
          <p:nvPr/>
        </p:nvCxnSpPr>
        <p:spPr>
          <a:xfrm>
            <a:off x="1953417" y="317579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B157A0C4-63A1-D6C5-9DFF-61A3DE1BCD7F}"/>
              </a:ext>
            </a:extLst>
          </p:cNvPr>
          <p:cNvCxnSpPr/>
          <p:nvPr/>
        </p:nvCxnSpPr>
        <p:spPr>
          <a:xfrm>
            <a:off x="1918493" y="325199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3714DD5-3704-0BA2-6D96-C348D675ABDC}"/>
              </a:ext>
            </a:extLst>
          </p:cNvPr>
          <p:cNvCxnSpPr/>
          <p:nvPr/>
        </p:nvCxnSpPr>
        <p:spPr>
          <a:xfrm>
            <a:off x="1947068" y="309959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1D2BBDEB-F4BA-79CC-EE89-EC20394CED77}"/>
              </a:ext>
            </a:extLst>
          </p:cNvPr>
          <p:cNvCxnSpPr/>
          <p:nvPr/>
        </p:nvCxnSpPr>
        <p:spPr>
          <a:xfrm>
            <a:off x="2099468" y="325199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A8B09F8-26B7-628F-0284-771F21231D7C}"/>
              </a:ext>
            </a:extLst>
          </p:cNvPr>
          <p:cNvCxnSpPr/>
          <p:nvPr/>
        </p:nvCxnSpPr>
        <p:spPr>
          <a:xfrm>
            <a:off x="2251868" y="340439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6D4C0ED-E918-9EF4-1F2B-387EC70D1C66}"/>
              </a:ext>
            </a:extLst>
          </p:cNvPr>
          <p:cNvCxnSpPr/>
          <p:nvPr/>
        </p:nvCxnSpPr>
        <p:spPr>
          <a:xfrm>
            <a:off x="2446336" y="348059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B2C3F2C7-1C16-834C-A77F-7D1E91108C5C}"/>
              </a:ext>
            </a:extLst>
          </p:cNvPr>
          <p:cNvCxnSpPr/>
          <p:nvPr/>
        </p:nvCxnSpPr>
        <p:spPr>
          <a:xfrm>
            <a:off x="2401092" y="357346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7CD2B42-7AC2-9A44-168D-06549B32C5DD}"/>
              </a:ext>
            </a:extLst>
          </p:cNvPr>
          <p:cNvCxnSpPr/>
          <p:nvPr/>
        </p:nvCxnSpPr>
        <p:spPr>
          <a:xfrm>
            <a:off x="2386805" y="3635376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0E698EF2-D59F-0182-7EBB-18FD8A9F5320}"/>
              </a:ext>
            </a:extLst>
          </p:cNvPr>
          <p:cNvCxnSpPr/>
          <p:nvPr/>
        </p:nvCxnSpPr>
        <p:spPr>
          <a:xfrm>
            <a:off x="2386805" y="372110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0B81B2D3-2B95-59EA-28BB-1A947F3FAF0C}"/>
              </a:ext>
            </a:extLst>
          </p:cNvPr>
          <p:cNvCxnSpPr/>
          <p:nvPr/>
        </p:nvCxnSpPr>
        <p:spPr>
          <a:xfrm>
            <a:off x="2406647" y="379968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944CF0F-CC1E-64B1-2A96-1375131EE373}"/>
              </a:ext>
            </a:extLst>
          </p:cNvPr>
          <p:cNvCxnSpPr/>
          <p:nvPr/>
        </p:nvCxnSpPr>
        <p:spPr>
          <a:xfrm>
            <a:off x="2401092" y="386873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8157F81-292B-9E63-2AA0-68CD2978DEBD}"/>
              </a:ext>
            </a:extLst>
          </p:cNvPr>
          <p:cNvCxnSpPr/>
          <p:nvPr/>
        </p:nvCxnSpPr>
        <p:spPr>
          <a:xfrm>
            <a:off x="2397916" y="394255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E2C49E96-88CE-5F96-6823-A11CEA86E5F1}"/>
              </a:ext>
            </a:extLst>
          </p:cNvPr>
          <p:cNvCxnSpPr/>
          <p:nvPr/>
        </p:nvCxnSpPr>
        <p:spPr>
          <a:xfrm>
            <a:off x="2397916" y="402590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CBA26AB-50F0-2491-C9C0-EF9214B0763B}"/>
              </a:ext>
            </a:extLst>
          </p:cNvPr>
          <p:cNvCxnSpPr/>
          <p:nvPr/>
        </p:nvCxnSpPr>
        <p:spPr>
          <a:xfrm>
            <a:off x="2330449" y="410210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BAC9CCB-D013-45DB-6339-959357930FA2}"/>
              </a:ext>
            </a:extLst>
          </p:cNvPr>
          <p:cNvCxnSpPr/>
          <p:nvPr/>
        </p:nvCxnSpPr>
        <p:spPr>
          <a:xfrm>
            <a:off x="1708943" y="416639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31961B2B-EAA9-4207-7BAC-3AF22ECB1910}"/>
              </a:ext>
            </a:extLst>
          </p:cNvPr>
          <p:cNvCxnSpPr/>
          <p:nvPr/>
        </p:nvCxnSpPr>
        <p:spPr>
          <a:xfrm>
            <a:off x="1918493" y="425926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02383E0-7167-BF49-0873-340732221623}"/>
              </a:ext>
            </a:extLst>
          </p:cNvPr>
          <p:cNvCxnSpPr/>
          <p:nvPr/>
        </p:nvCxnSpPr>
        <p:spPr>
          <a:xfrm>
            <a:off x="1878012" y="434498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577314A2-664F-A481-55AD-440766B8108E}"/>
              </a:ext>
            </a:extLst>
          </p:cNvPr>
          <p:cNvCxnSpPr/>
          <p:nvPr/>
        </p:nvCxnSpPr>
        <p:spPr>
          <a:xfrm>
            <a:off x="1894681" y="443309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B21D401-2776-8CAD-A4B9-66A61B3CF109}"/>
              </a:ext>
            </a:extLst>
          </p:cNvPr>
          <p:cNvCxnSpPr/>
          <p:nvPr/>
        </p:nvCxnSpPr>
        <p:spPr>
          <a:xfrm>
            <a:off x="1840703" y="449738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A2C25177-7ACA-B5CE-ED7C-DD0F9946F9D1}"/>
              </a:ext>
            </a:extLst>
          </p:cNvPr>
          <p:cNvCxnSpPr/>
          <p:nvPr/>
        </p:nvCxnSpPr>
        <p:spPr>
          <a:xfrm>
            <a:off x="1878012" y="456406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60D28AC-D185-D07C-8350-F1125E37772C}"/>
              </a:ext>
            </a:extLst>
          </p:cNvPr>
          <p:cNvCxnSpPr/>
          <p:nvPr/>
        </p:nvCxnSpPr>
        <p:spPr>
          <a:xfrm>
            <a:off x="1878012" y="464978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642A558-6630-3323-FF6D-B9B7131F954B}"/>
              </a:ext>
            </a:extLst>
          </p:cNvPr>
          <p:cNvCxnSpPr/>
          <p:nvPr/>
        </p:nvCxnSpPr>
        <p:spPr>
          <a:xfrm>
            <a:off x="1577180" y="471884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517556D-03C5-41DF-B190-17CAE313A697}"/>
              </a:ext>
            </a:extLst>
          </p:cNvPr>
          <p:cNvCxnSpPr/>
          <p:nvPr/>
        </p:nvCxnSpPr>
        <p:spPr>
          <a:xfrm>
            <a:off x="2076448" y="480457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CB0C3894-7669-F187-4403-96EC264869F4}"/>
              </a:ext>
            </a:extLst>
          </p:cNvPr>
          <p:cNvCxnSpPr/>
          <p:nvPr/>
        </p:nvCxnSpPr>
        <p:spPr>
          <a:xfrm>
            <a:off x="2262185" y="487838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6FA034F4-5C7F-38C0-5FC2-07C876A9C722}"/>
              </a:ext>
            </a:extLst>
          </p:cNvPr>
          <p:cNvCxnSpPr/>
          <p:nvPr/>
        </p:nvCxnSpPr>
        <p:spPr>
          <a:xfrm>
            <a:off x="2251868" y="495220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8CAD87A9-842E-8574-E3CD-00C60E914580}"/>
              </a:ext>
            </a:extLst>
          </p:cNvPr>
          <p:cNvCxnSpPr/>
          <p:nvPr/>
        </p:nvCxnSpPr>
        <p:spPr>
          <a:xfrm>
            <a:off x="2218528" y="503078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08F40910-5C9C-BB69-F6C0-0047CE101B48}"/>
              </a:ext>
            </a:extLst>
          </p:cNvPr>
          <p:cNvCxnSpPr/>
          <p:nvPr/>
        </p:nvCxnSpPr>
        <p:spPr>
          <a:xfrm>
            <a:off x="2207883" y="509746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5EA200CB-4120-1FB1-46EC-5D9F05296E00}"/>
              </a:ext>
            </a:extLst>
          </p:cNvPr>
          <p:cNvCxnSpPr/>
          <p:nvPr/>
        </p:nvCxnSpPr>
        <p:spPr>
          <a:xfrm>
            <a:off x="2218528" y="518557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C46AF3A0-8212-DA38-F0EF-199CD6F02A5D}"/>
              </a:ext>
            </a:extLst>
          </p:cNvPr>
          <p:cNvCxnSpPr/>
          <p:nvPr/>
        </p:nvCxnSpPr>
        <p:spPr>
          <a:xfrm>
            <a:off x="2207883" y="527129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D840B7EB-D51F-E555-4816-9403E2AF96BE}"/>
              </a:ext>
            </a:extLst>
          </p:cNvPr>
          <p:cNvCxnSpPr/>
          <p:nvPr/>
        </p:nvCxnSpPr>
        <p:spPr>
          <a:xfrm>
            <a:off x="2164554" y="534273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B256267-1A05-6FB0-B3A4-06C5B89733B3}"/>
              </a:ext>
            </a:extLst>
          </p:cNvPr>
          <p:cNvCxnSpPr/>
          <p:nvPr/>
        </p:nvCxnSpPr>
        <p:spPr>
          <a:xfrm>
            <a:off x="2180428" y="541178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DF8B18B0-B988-97EB-EC62-CC7BBD7A1956}"/>
              </a:ext>
            </a:extLst>
          </p:cNvPr>
          <p:cNvCxnSpPr/>
          <p:nvPr/>
        </p:nvCxnSpPr>
        <p:spPr>
          <a:xfrm>
            <a:off x="2118513" y="548798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77C261FE-5B5E-AFDE-3732-7502EF9E8803}"/>
              </a:ext>
            </a:extLst>
          </p:cNvPr>
          <p:cNvCxnSpPr/>
          <p:nvPr/>
        </p:nvCxnSpPr>
        <p:spPr>
          <a:xfrm>
            <a:off x="2135184" y="557609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4BD48435-5D9A-66FE-EEA1-9C5FD9619A05}"/>
              </a:ext>
            </a:extLst>
          </p:cNvPr>
          <p:cNvCxnSpPr/>
          <p:nvPr/>
        </p:nvCxnSpPr>
        <p:spPr>
          <a:xfrm>
            <a:off x="2135184" y="5647532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23FD5570-C577-E57C-6114-6BB3547DFB53}"/>
              </a:ext>
            </a:extLst>
          </p:cNvPr>
          <p:cNvCxnSpPr/>
          <p:nvPr/>
        </p:nvCxnSpPr>
        <p:spPr>
          <a:xfrm>
            <a:off x="1812916" y="5704683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5FE55A6-EDC9-E30B-0EE5-399F920F21EE}"/>
              </a:ext>
            </a:extLst>
          </p:cNvPr>
          <p:cNvCxnSpPr/>
          <p:nvPr/>
        </p:nvCxnSpPr>
        <p:spPr>
          <a:xfrm>
            <a:off x="2024847" y="5795170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FE55E7F-F810-7D1F-3519-94AF9EC1D7F5}"/>
              </a:ext>
            </a:extLst>
          </p:cNvPr>
          <p:cNvCxnSpPr/>
          <p:nvPr/>
        </p:nvCxnSpPr>
        <p:spPr>
          <a:xfrm>
            <a:off x="1878012" y="585946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D8AFA86E-93BA-99CE-5F41-656A124844C8}"/>
              </a:ext>
            </a:extLst>
          </p:cNvPr>
          <p:cNvCxnSpPr/>
          <p:nvPr/>
        </p:nvCxnSpPr>
        <p:spPr>
          <a:xfrm>
            <a:off x="1840703" y="5964239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292919FA-A061-A1D0-6E8C-C82EC27FE27B}"/>
              </a:ext>
            </a:extLst>
          </p:cNvPr>
          <p:cNvCxnSpPr/>
          <p:nvPr/>
        </p:nvCxnSpPr>
        <p:spPr>
          <a:xfrm>
            <a:off x="1794668" y="6038058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9D2EB2C0-16BB-5848-D5A7-C8A4B94C1123}"/>
              </a:ext>
            </a:extLst>
          </p:cNvPr>
          <p:cNvCxnSpPr/>
          <p:nvPr/>
        </p:nvCxnSpPr>
        <p:spPr>
          <a:xfrm>
            <a:off x="1778788" y="6109495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2919B4C4-C37D-E5C3-8D21-8C0A24024B87}"/>
              </a:ext>
            </a:extLst>
          </p:cNvPr>
          <p:cNvCxnSpPr/>
          <p:nvPr/>
        </p:nvCxnSpPr>
        <p:spPr>
          <a:xfrm>
            <a:off x="1812916" y="618331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A5F3D05B-2E67-A229-80CC-CC279930391F}"/>
              </a:ext>
            </a:extLst>
          </p:cNvPr>
          <p:cNvCxnSpPr/>
          <p:nvPr/>
        </p:nvCxnSpPr>
        <p:spPr>
          <a:xfrm>
            <a:off x="1708943" y="625951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BCC2650-0AA2-BC65-5C39-A2BC2C2CF310}"/>
              </a:ext>
            </a:extLst>
          </p:cNvPr>
          <p:cNvCxnSpPr/>
          <p:nvPr/>
        </p:nvCxnSpPr>
        <p:spPr>
          <a:xfrm>
            <a:off x="1778788" y="633571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CE67AF1-216D-1418-8CD7-423A9B2778E0}"/>
              </a:ext>
            </a:extLst>
          </p:cNvPr>
          <p:cNvCxnSpPr/>
          <p:nvPr/>
        </p:nvCxnSpPr>
        <p:spPr>
          <a:xfrm>
            <a:off x="1812916" y="641191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B5A4F44C-CCB2-9C92-BFD5-CCEDE177D713}"/>
              </a:ext>
            </a:extLst>
          </p:cNvPr>
          <p:cNvCxnSpPr/>
          <p:nvPr/>
        </p:nvCxnSpPr>
        <p:spPr>
          <a:xfrm>
            <a:off x="1749424" y="6488114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01D4DA89-A59F-09E7-3A43-4E3DA5509389}"/>
              </a:ext>
            </a:extLst>
          </p:cNvPr>
          <p:cNvCxnSpPr/>
          <p:nvPr/>
        </p:nvCxnSpPr>
        <p:spPr>
          <a:xfrm>
            <a:off x="1812916" y="6550027"/>
            <a:ext cx="744855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174A8E5C-071D-9F1F-061F-A6558E52121B}"/>
              </a:ext>
            </a:extLst>
          </p:cNvPr>
          <p:cNvCxnSpPr>
            <a:cxnSpLocks/>
          </p:cNvCxnSpPr>
          <p:nvPr/>
        </p:nvCxnSpPr>
        <p:spPr>
          <a:xfrm>
            <a:off x="4276724" y="-13057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3DC63DEC-D62A-5C8F-7C3F-CC17FBAC4E3E}"/>
              </a:ext>
            </a:extLst>
          </p:cNvPr>
          <p:cNvCxnSpPr>
            <a:cxnSpLocks/>
          </p:cNvCxnSpPr>
          <p:nvPr/>
        </p:nvCxnSpPr>
        <p:spPr>
          <a:xfrm>
            <a:off x="4362449" y="5675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137D21E8-F38B-D48C-7440-5011FCAF474F}"/>
              </a:ext>
            </a:extLst>
          </p:cNvPr>
          <p:cNvCxnSpPr>
            <a:cxnSpLocks/>
          </p:cNvCxnSpPr>
          <p:nvPr/>
        </p:nvCxnSpPr>
        <p:spPr>
          <a:xfrm>
            <a:off x="4452936" y="17065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15FE8962-1DE1-1396-0C76-F55282A38E52}"/>
              </a:ext>
            </a:extLst>
          </p:cNvPr>
          <p:cNvCxnSpPr>
            <a:cxnSpLocks/>
          </p:cNvCxnSpPr>
          <p:nvPr/>
        </p:nvCxnSpPr>
        <p:spPr>
          <a:xfrm>
            <a:off x="4533899" y="17065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897B5D94-373F-5C62-47D5-D5B686047247}"/>
              </a:ext>
            </a:extLst>
          </p:cNvPr>
          <p:cNvCxnSpPr>
            <a:cxnSpLocks/>
          </p:cNvCxnSpPr>
          <p:nvPr/>
        </p:nvCxnSpPr>
        <p:spPr>
          <a:xfrm>
            <a:off x="4607718" y="17065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2660D33D-7A14-2714-5AA3-1EBD8006993B}"/>
              </a:ext>
            </a:extLst>
          </p:cNvPr>
          <p:cNvCxnSpPr>
            <a:cxnSpLocks/>
          </p:cNvCxnSpPr>
          <p:nvPr/>
        </p:nvCxnSpPr>
        <p:spPr>
          <a:xfrm>
            <a:off x="4679155" y="5675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65B661D2-2CC9-A00E-9DC8-B218BE5E27C0}"/>
              </a:ext>
            </a:extLst>
          </p:cNvPr>
          <p:cNvCxnSpPr>
            <a:cxnSpLocks/>
          </p:cNvCxnSpPr>
          <p:nvPr/>
        </p:nvCxnSpPr>
        <p:spPr>
          <a:xfrm>
            <a:off x="4757737" y="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A0C62BC9-8988-00DA-DCD2-D20E72071167}"/>
              </a:ext>
            </a:extLst>
          </p:cNvPr>
          <p:cNvCxnSpPr>
            <a:cxnSpLocks/>
          </p:cNvCxnSpPr>
          <p:nvPr/>
        </p:nvCxnSpPr>
        <p:spPr>
          <a:xfrm>
            <a:off x="4831555" y="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A98B55A-09BD-82F2-D6CD-75309C0C103F}"/>
              </a:ext>
            </a:extLst>
          </p:cNvPr>
          <p:cNvCxnSpPr>
            <a:cxnSpLocks/>
          </p:cNvCxnSpPr>
          <p:nvPr/>
        </p:nvCxnSpPr>
        <p:spPr>
          <a:xfrm>
            <a:off x="4907755" y="-6866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782BA0BF-3264-3CB6-C596-B892798C9987}"/>
              </a:ext>
            </a:extLst>
          </p:cNvPr>
          <p:cNvCxnSpPr>
            <a:cxnSpLocks/>
          </p:cNvCxnSpPr>
          <p:nvPr/>
        </p:nvCxnSpPr>
        <p:spPr>
          <a:xfrm>
            <a:off x="4991099" y="-1944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51F24700-D963-04FD-C266-563142A15B35}"/>
              </a:ext>
            </a:extLst>
          </p:cNvPr>
          <p:cNvCxnSpPr>
            <a:cxnSpLocks/>
          </p:cNvCxnSpPr>
          <p:nvPr/>
        </p:nvCxnSpPr>
        <p:spPr>
          <a:xfrm>
            <a:off x="5064918" y="-6866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58556B64-1F16-DDCB-14CF-E8BB04881659}"/>
              </a:ext>
            </a:extLst>
          </p:cNvPr>
          <p:cNvCxnSpPr>
            <a:cxnSpLocks/>
          </p:cNvCxnSpPr>
          <p:nvPr/>
        </p:nvCxnSpPr>
        <p:spPr>
          <a:xfrm>
            <a:off x="5129211" y="-68661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4FFCCC82-0D12-69EF-60E9-E4857F6BBE22}"/>
              </a:ext>
            </a:extLst>
          </p:cNvPr>
          <p:cNvCxnSpPr>
            <a:cxnSpLocks/>
          </p:cNvCxnSpPr>
          <p:nvPr/>
        </p:nvCxnSpPr>
        <p:spPr>
          <a:xfrm>
            <a:off x="5217317" y="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45551A71-54E9-452D-0782-7BAC381A1E2C}"/>
              </a:ext>
            </a:extLst>
          </p:cNvPr>
          <p:cNvCxnSpPr>
            <a:cxnSpLocks/>
          </p:cNvCxnSpPr>
          <p:nvPr/>
        </p:nvCxnSpPr>
        <p:spPr>
          <a:xfrm>
            <a:off x="5291136" y="15636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F7F95B7A-C620-8152-B7BD-76CBB52DEBAA}"/>
              </a:ext>
            </a:extLst>
          </p:cNvPr>
          <p:cNvCxnSpPr>
            <a:cxnSpLocks/>
          </p:cNvCxnSpPr>
          <p:nvPr/>
        </p:nvCxnSpPr>
        <p:spPr>
          <a:xfrm>
            <a:off x="5374479" y="15636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34FD91F8-3208-CF25-4AC7-8838BCE5F465}"/>
              </a:ext>
            </a:extLst>
          </p:cNvPr>
          <p:cNvCxnSpPr>
            <a:cxnSpLocks/>
          </p:cNvCxnSpPr>
          <p:nvPr/>
        </p:nvCxnSpPr>
        <p:spPr>
          <a:xfrm>
            <a:off x="5453061" y="15636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960068CE-473E-3D91-14C7-D0C775BE30DE}"/>
              </a:ext>
            </a:extLst>
          </p:cNvPr>
          <p:cNvCxnSpPr>
            <a:cxnSpLocks/>
          </p:cNvCxnSpPr>
          <p:nvPr/>
        </p:nvCxnSpPr>
        <p:spPr>
          <a:xfrm>
            <a:off x="5524499" y="16470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F344C1AA-371B-9429-D525-779160F5401B}"/>
              </a:ext>
            </a:extLst>
          </p:cNvPr>
          <p:cNvCxnSpPr>
            <a:cxnSpLocks/>
          </p:cNvCxnSpPr>
          <p:nvPr/>
        </p:nvCxnSpPr>
        <p:spPr>
          <a:xfrm>
            <a:off x="5593554" y="165895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ABE32C48-5198-61CF-3407-7A80F61F51D6}"/>
              </a:ext>
            </a:extLst>
          </p:cNvPr>
          <p:cNvCxnSpPr>
            <a:cxnSpLocks/>
          </p:cNvCxnSpPr>
          <p:nvPr/>
        </p:nvCxnSpPr>
        <p:spPr>
          <a:xfrm>
            <a:off x="5684042" y="15636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F95CCAF7-8286-F205-7AB3-EFB558B31F7F}"/>
              </a:ext>
            </a:extLst>
          </p:cNvPr>
          <p:cNvCxnSpPr>
            <a:cxnSpLocks/>
          </p:cNvCxnSpPr>
          <p:nvPr/>
        </p:nvCxnSpPr>
        <p:spPr>
          <a:xfrm>
            <a:off x="5753098" y="16589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F5811CEF-3929-AEF7-50A7-959E40906A65}"/>
              </a:ext>
            </a:extLst>
          </p:cNvPr>
          <p:cNvCxnSpPr>
            <a:cxnSpLocks/>
          </p:cNvCxnSpPr>
          <p:nvPr/>
        </p:nvCxnSpPr>
        <p:spPr>
          <a:xfrm>
            <a:off x="5829298" y="12541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7961DAA6-FAF8-4291-F391-5D2586DF3D0D}"/>
              </a:ext>
            </a:extLst>
          </p:cNvPr>
          <p:cNvCxnSpPr>
            <a:cxnSpLocks/>
          </p:cNvCxnSpPr>
          <p:nvPr/>
        </p:nvCxnSpPr>
        <p:spPr>
          <a:xfrm>
            <a:off x="5905499" y="13255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4B614071-25A3-0F02-B28F-670AE80F3E2E}"/>
              </a:ext>
            </a:extLst>
          </p:cNvPr>
          <p:cNvCxnSpPr>
            <a:cxnSpLocks/>
          </p:cNvCxnSpPr>
          <p:nvPr/>
        </p:nvCxnSpPr>
        <p:spPr>
          <a:xfrm>
            <a:off x="5981698" y="13255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18A1CCD1-08B7-347D-D06A-AEC9B2BEC481}"/>
              </a:ext>
            </a:extLst>
          </p:cNvPr>
          <p:cNvCxnSpPr>
            <a:cxnSpLocks/>
          </p:cNvCxnSpPr>
          <p:nvPr/>
        </p:nvCxnSpPr>
        <p:spPr>
          <a:xfrm>
            <a:off x="6062660" y="12541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BD1968ED-0F59-8447-EA81-B54AA96280FA}"/>
              </a:ext>
            </a:extLst>
          </p:cNvPr>
          <p:cNvCxnSpPr>
            <a:cxnSpLocks/>
          </p:cNvCxnSpPr>
          <p:nvPr/>
        </p:nvCxnSpPr>
        <p:spPr>
          <a:xfrm>
            <a:off x="6138860" y="321865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4A1A85C7-07D0-8871-7409-CD69655AC7D6}"/>
              </a:ext>
            </a:extLst>
          </p:cNvPr>
          <p:cNvCxnSpPr>
            <a:cxnSpLocks/>
          </p:cNvCxnSpPr>
          <p:nvPr/>
        </p:nvCxnSpPr>
        <p:spPr>
          <a:xfrm>
            <a:off x="6207916" y="27781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4A164803-D064-CCFB-06D9-AF6C0044A89D}"/>
              </a:ext>
            </a:extLst>
          </p:cNvPr>
          <p:cNvCxnSpPr>
            <a:cxnSpLocks/>
          </p:cNvCxnSpPr>
          <p:nvPr/>
        </p:nvCxnSpPr>
        <p:spPr>
          <a:xfrm>
            <a:off x="6291260" y="29607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6FCB5C43-CD00-2120-0BB7-1C08BBD1D55E}"/>
              </a:ext>
            </a:extLst>
          </p:cNvPr>
          <p:cNvCxnSpPr>
            <a:cxnSpLocks/>
          </p:cNvCxnSpPr>
          <p:nvPr/>
        </p:nvCxnSpPr>
        <p:spPr>
          <a:xfrm>
            <a:off x="6369841" y="27781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AFDC8E54-CD0C-C87F-BE90-C35CA7F426BB}"/>
              </a:ext>
            </a:extLst>
          </p:cNvPr>
          <p:cNvCxnSpPr>
            <a:cxnSpLocks/>
          </p:cNvCxnSpPr>
          <p:nvPr/>
        </p:nvCxnSpPr>
        <p:spPr>
          <a:xfrm>
            <a:off x="6438898" y="30797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0003FE07-861A-BB25-F3A2-EEBD66100FC8}"/>
              </a:ext>
            </a:extLst>
          </p:cNvPr>
          <p:cNvCxnSpPr>
            <a:cxnSpLocks/>
          </p:cNvCxnSpPr>
          <p:nvPr/>
        </p:nvCxnSpPr>
        <p:spPr>
          <a:xfrm>
            <a:off x="6512717" y="27781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504189A-3DCE-16F8-6BEB-A8DB4BEBBC7A}"/>
              </a:ext>
            </a:extLst>
          </p:cNvPr>
          <p:cNvCxnSpPr>
            <a:cxnSpLocks/>
          </p:cNvCxnSpPr>
          <p:nvPr/>
        </p:nvCxnSpPr>
        <p:spPr>
          <a:xfrm>
            <a:off x="6598442" y="22066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0CD8276C-5D6C-D44E-0B13-281DB5325DCA}"/>
              </a:ext>
            </a:extLst>
          </p:cNvPr>
          <p:cNvCxnSpPr>
            <a:cxnSpLocks/>
          </p:cNvCxnSpPr>
          <p:nvPr/>
        </p:nvCxnSpPr>
        <p:spPr>
          <a:xfrm>
            <a:off x="6672260" y="277813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9A480004-22D1-BA47-6657-47D5900E428A}"/>
              </a:ext>
            </a:extLst>
          </p:cNvPr>
          <p:cNvCxnSpPr>
            <a:cxnSpLocks/>
          </p:cNvCxnSpPr>
          <p:nvPr/>
        </p:nvCxnSpPr>
        <p:spPr>
          <a:xfrm>
            <a:off x="6760366" y="24209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3C35DEDB-77F7-848D-9804-06FC47D2CD84}"/>
              </a:ext>
            </a:extLst>
          </p:cNvPr>
          <p:cNvCxnSpPr>
            <a:cxnSpLocks/>
          </p:cNvCxnSpPr>
          <p:nvPr/>
        </p:nvCxnSpPr>
        <p:spPr>
          <a:xfrm>
            <a:off x="6838948" y="23852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0CBB14B5-8A43-35CE-1031-9553F7837872}"/>
              </a:ext>
            </a:extLst>
          </p:cNvPr>
          <p:cNvCxnSpPr>
            <a:cxnSpLocks/>
          </p:cNvCxnSpPr>
          <p:nvPr/>
        </p:nvCxnSpPr>
        <p:spPr>
          <a:xfrm>
            <a:off x="6903241" y="277812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9649DAE1-5CDF-56B1-5401-CE8520F21128}"/>
              </a:ext>
            </a:extLst>
          </p:cNvPr>
          <p:cNvCxnSpPr>
            <a:cxnSpLocks/>
          </p:cNvCxnSpPr>
          <p:nvPr/>
        </p:nvCxnSpPr>
        <p:spPr>
          <a:xfrm>
            <a:off x="6984204" y="238520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B79FDD7A-8C55-CB06-B840-47F9DD8D7EDC}"/>
              </a:ext>
            </a:extLst>
          </p:cNvPr>
          <p:cNvCxnSpPr>
            <a:cxnSpLocks/>
          </p:cNvCxnSpPr>
          <p:nvPr/>
        </p:nvCxnSpPr>
        <p:spPr>
          <a:xfrm>
            <a:off x="7055641" y="321864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095C5C97-DBFF-37C4-7DAC-EC4FC9938880}"/>
              </a:ext>
            </a:extLst>
          </p:cNvPr>
          <p:cNvCxnSpPr>
            <a:cxnSpLocks/>
          </p:cNvCxnSpPr>
          <p:nvPr/>
        </p:nvCxnSpPr>
        <p:spPr>
          <a:xfrm>
            <a:off x="7136603" y="329407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33ED7BC8-FD9A-40CB-F80D-892695C6C81C}"/>
              </a:ext>
            </a:extLst>
          </p:cNvPr>
          <p:cNvCxnSpPr>
            <a:cxnSpLocks/>
          </p:cNvCxnSpPr>
          <p:nvPr/>
        </p:nvCxnSpPr>
        <p:spPr>
          <a:xfrm>
            <a:off x="7212803" y="296069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87B8F752-CC9F-C462-3C01-0E42CB8D3373}"/>
              </a:ext>
            </a:extLst>
          </p:cNvPr>
          <p:cNvCxnSpPr>
            <a:cxnSpLocks/>
          </p:cNvCxnSpPr>
          <p:nvPr/>
        </p:nvCxnSpPr>
        <p:spPr>
          <a:xfrm>
            <a:off x="7289004" y="42465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167EB0A2-A71A-1BA2-E02F-C6AB9CEA7538}"/>
              </a:ext>
            </a:extLst>
          </p:cNvPr>
          <p:cNvCxnSpPr>
            <a:cxnSpLocks/>
          </p:cNvCxnSpPr>
          <p:nvPr/>
        </p:nvCxnSpPr>
        <p:spPr>
          <a:xfrm>
            <a:off x="7360442" y="49450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4A8EBE08-5DFB-52E8-EE27-7033C3F54CFE}"/>
              </a:ext>
            </a:extLst>
          </p:cNvPr>
          <p:cNvCxnSpPr>
            <a:cxnSpLocks/>
          </p:cNvCxnSpPr>
          <p:nvPr/>
        </p:nvCxnSpPr>
        <p:spPr>
          <a:xfrm>
            <a:off x="7436641" y="398065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7869031D-852E-CB3D-A2A2-E66F12D78D7F}"/>
              </a:ext>
            </a:extLst>
          </p:cNvPr>
          <p:cNvCxnSpPr>
            <a:cxnSpLocks/>
          </p:cNvCxnSpPr>
          <p:nvPr/>
        </p:nvCxnSpPr>
        <p:spPr>
          <a:xfrm>
            <a:off x="7524748" y="307976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04DD8D9C-8B78-FD6F-A289-DAFE732DEB1A}"/>
              </a:ext>
            </a:extLst>
          </p:cNvPr>
          <p:cNvCxnSpPr>
            <a:cxnSpLocks/>
          </p:cNvCxnSpPr>
          <p:nvPr/>
        </p:nvCxnSpPr>
        <p:spPr>
          <a:xfrm>
            <a:off x="7603329" y="352428"/>
            <a:ext cx="0" cy="740807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166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D64209-A788-2882-5C96-31A1ACF88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046" y="0"/>
            <a:ext cx="4258850" cy="6858000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86B0D3A-9D46-F38D-003A-17DC97BF92C4}"/>
              </a:ext>
            </a:extLst>
          </p:cNvPr>
          <p:cNvCxnSpPr/>
          <p:nvPr/>
        </p:nvCxnSpPr>
        <p:spPr>
          <a:xfrm>
            <a:off x="3241963" y="221673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43087EC-B9F0-73BB-341F-77A012F33D47}"/>
              </a:ext>
            </a:extLst>
          </p:cNvPr>
          <p:cNvCxnSpPr/>
          <p:nvPr/>
        </p:nvCxnSpPr>
        <p:spPr>
          <a:xfrm>
            <a:off x="3241963" y="297873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2A2E33D-F20B-1B0A-9A14-EFBE9DFD92A4}"/>
              </a:ext>
            </a:extLst>
          </p:cNvPr>
          <p:cNvCxnSpPr/>
          <p:nvPr/>
        </p:nvCxnSpPr>
        <p:spPr>
          <a:xfrm>
            <a:off x="3241963" y="374073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C9FB1D7-9929-2167-1FDA-869C5C74D76A}"/>
              </a:ext>
            </a:extLst>
          </p:cNvPr>
          <p:cNvCxnSpPr/>
          <p:nvPr/>
        </p:nvCxnSpPr>
        <p:spPr>
          <a:xfrm>
            <a:off x="3241963" y="450273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3B99199-2234-9265-325E-EF5FE47F3C34}"/>
              </a:ext>
            </a:extLst>
          </p:cNvPr>
          <p:cNvCxnSpPr/>
          <p:nvPr/>
        </p:nvCxnSpPr>
        <p:spPr>
          <a:xfrm>
            <a:off x="3241963" y="531236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1AF10FF-DFB5-74BB-1B97-1903AC55670F}"/>
              </a:ext>
            </a:extLst>
          </p:cNvPr>
          <p:cNvCxnSpPr/>
          <p:nvPr/>
        </p:nvCxnSpPr>
        <p:spPr>
          <a:xfrm>
            <a:off x="3241963" y="597910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E0DCAF4-F43C-42B8-6A06-F0E71CC7C5E8}"/>
              </a:ext>
            </a:extLst>
          </p:cNvPr>
          <p:cNvCxnSpPr/>
          <p:nvPr/>
        </p:nvCxnSpPr>
        <p:spPr>
          <a:xfrm>
            <a:off x="3215771" y="66934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F56F392-0590-AED3-E03D-618F7FD5EA0A}"/>
              </a:ext>
            </a:extLst>
          </p:cNvPr>
          <p:cNvCxnSpPr/>
          <p:nvPr/>
        </p:nvCxnSpPr>
        <p:spPr>
          <a:xfrm>
            <a:off x="3241963" y="750310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8F213F-3DB1-5AD1-7280-F75B5BCF82A5}"/>
              </a:ext>
            </a:extLst>
          </p:cNvPr>
          <p:cNvCxnSpPr/>
          <p:nvPr/>
        </p:nvCxnSpPr>
        <p:spPr>
          <a:xfrm>
            <a:off x="3241963" y="831272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160B1F2-56B7-9DDA-743B-58DE3419B22E}"/>
              </a:ext>
            </a:extLst>
          </p:cNvPr>
          <p:cNvCxnSpPr/>
          <p:nvPr/>
        </p:nvCxnSpPr>
        <p:spPr>
          <a:xfrm>
            <a:off x="3241963" y="907472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A27F9AA-410E-99E9-4FC6-7A152380302F}"/>
              </a:ext>
            </a:extLst>
          </p:cNvPr>
          <p:cNvCxnSpPr/>
          <p:nvPr/>
        </p:nvCxnSpPr>
        <p:spPr>
          <a:xfrm>
            <a:off x="3241963" y="988435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A0A8DDA-37DA-5040-0D5E-8ECF4546778B}"/>
              </a:ext>
            </a:extLst>
          </p:cNvPr>
          <p:cNvCxnSpPr/>
          <p:nvPr/>
        </p:nvCxnSpPr>
        <p:spPr>
          <a:xfrm>
            <a:off x="3215771" y="1059873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DB739CA-1955-C83D-9BD6-61185680B62B}"/>
              </a:ext>
            </a:extLst>
          </p:cNvPr>
          <p:cNvCxnSpPr/>
          <p:nvPr/>
        </p:nvCxnSpPr>
        <p:spPr>
          <a:xfrm>
            <a:off x="3241963" y="1121785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FFE6B9B-F1AC-7C14-8AC3-0A4909F18C53}"/>
              </a:ext>
            </a:extLst>
          </p:cNvPr>
          <p:cNvCxnSpPr/>
          <p:nvPr/>
        </p:nvCxnSpPr>
        <p:spPr>
          <a:xfrm>
            <a:off x="3241963" y="1197985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CD4598D-1CB4-ED34-8E11-D7DAD3F36387}"/>
              </a:ext>
            </a:extLst>
          </p:cNvPr>
          <p:cNvCxnSpPr/>
          <p:nvPr/>
        </p:nvCxnSpPr>
        <p:spPr>
          <a:xfrm>
            <a:off x="3241963" y="127894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2B89BDC-AE82-86B1-646F-C8A645F5FDA1}"/>
              </a:ext>
            </a:extLst>
          </p:cNvPr>
          <p:cNvCxnSpPr/>
          <p:nvPr/>
        </p:nvCxnSpPr>
        <p:spPr>
          <a:xfrm>
            <a:off x="3365788" y="1350385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3BFAF39-1F86-C268-11A5-0D6346612C0E}"/>
              </a:ext>
            </a:extLst>
          </p:cNvPr>
          <p:cNvCxnSpPr/>
          <p:nvPr/>
        </p:nvCxnSpPr>
        <p:spPr>
          <a:xfrm>
            <a:off x="3365788" y="141229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CF5E3D9-B5E0-43FB-95B1-F5A54CE005FC}"/>
              </a:ext>
            </a:extLst>
          </p:cNvPr>
          <p:cNvCxnSpPr/>
          <p:nvPr/>
        </p:nvCxnSpPr>
        <p:spPr>
          <a:xfrm>
            <a:off x="3215771" y="148849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4581207-5A20-DE47-9067-97B670479674}"/>
              </a:ext>
            </a:extLst>
          </p:cNvPr>
          <p:cNvCxnSpPr/>
          <p:nvPr/>
        </p:nvCxnSpPr>
        <p:spPr>
          <a:xfrm>
            <a:off x="3215771" y="1559935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8044129-5442-40C4-5298-BE7669E6DCB9}"/>
              </a:ext>
            </a:extLst>
          </p:cNvPr>
          <p:cNvCxnSpPr/>
          <p:nvPr/>
        </p:nvCxnSpPr>
        <p:spPr>
          <a:xfrm>
            <a:off x="3241963" y="1626610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A284DE7-67DC-FE57-5398-06AAB68A3D6B}"/>
              </a:ext>
            </a:extLst>
          </p:cNvPr>
          <p:cNvCxnSpPr/>
          <p:nvPr/>
        </p:nvCxnSpPr>
        <p:spPr>
          <a:xfrm>
            <a:off x="3241963" y="1707572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34E66E0-938C-7EEB-2C2F-7EC05C654066}"/>
              </a:ext>
            </a:extLst>
          </p:cNvPr>
          <p:cNvCxnSpPr/>
          <p:nvPr/>
        </p:nvCxnSpPr>
        <p:spPr>
          <a:xfrm>
            <a:off x="3215771" y="1779010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9554695-8EA2-4BF6-75BD-ED01F94B966B}"/>
              </a:ext>
            </a:extLst>
          </p:cNvPr>
          <p:cNvCxnSpPr/>
          <p:nvPr/>
        </p:nvCxnSpPr>
        <p:spPr>
          <a:xfrm>
            <a:off x="3241963" y="1850448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DC0D979-6EF3-D54C-CC59-D134C951C1DA}"/>
              </a:ext>
            </a:extLst>
          </p:cNvPr>
          <p:cNvCxnSpPr/>
          <p:nvPr/>
        </p:nvCxnSpPr>
        <p:spPr>
          <a:xfrm>
            <a:off x="3215771" y="1926648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AB26643-B2C3-9FAA-4733-A435685754C5}"/>
              </a:ext>
            </a:extLst>
          </p:cNvPr>
          <p:cNvCxnSpPr/>
          <p:nvPr/>
        </p:nvCxnSpPr>
        <p:spPr>
          <a:xfrm>
            <a:off x="3215771" y="1998085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8436E71-62E1-FC70-1ED3-5C4C78AF4920}"/>
              </a:ext>
            </a:extLst>
          </p:cNvPr>
          <p:cNvCxnSpPr/>
          <p:nvPr/>
        </p:nvCxnSpPr>
        <p:spPr>
          <a:xfrm>
            <a:off x="3241963" y="2069522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18816FA-0069-0C9C-6F0A-E15D8B6C3351}"/>
              </a:ext>
            </a:extLst>
          </p:cNvPr>
          <p:cNvCxnSpPr/>
          <p:nvPr/>
        </p:nvCxnSpPr>
        <p:spPr>
          <a:xfrm>
            <a:off x="3234821" y="2160010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BA75C54-91A4-A339-F0A4-0A01C29D5F3C}"/>
              </a:ext>
            </a:extLst>
          </p:cNvPr>
          <p:cNvCxnSpPr/>
          <p:nvPr/>
        </p:nvCxnSpPr>
        <p:spPr>
          <a:xfrm>
            <a:off x="3234821" y="223144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1825770-AC43-9606-D6CE-AB92998AE3B4}"/>
              </a:ext>
            </a:extLst>
          </p:cNvPr>
          <p:cNvCxnSpPr/>
          <p:nvPr/>
        </p:nvCxnSpPr>
        <p:spPr>
          <a:xfrm>
            <a:off x="3234821" y="230764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3BB72488-9A45-6FB4-196A-1BF14CCE5AF2}"/>
              </a:ext>
            </a:extLst>
          </p:cNvPr>
          <p:cNvCxnSpPr/>
          <p:nvPr/>
        </p:nvCxnSpPr>
        <p:spPr>
          <a:xfrm>
            <a:off x="3387221" y="238384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E19B455-2024-CD6D-E9F4-4383F43E5AAB}"/>
              </a:ext>
            </a:extLst>
          </p:cNvPr>
          <p:cNvCxnSpPr/>
          <p:nvPr/>
        </p:nvCxnSpPr>
        <p:spPr>
          <a:xfrm>
            <a:off x="3215771" y="246004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50A5D80-6374-F3E0-FCA3-7585F85E5F04}"/>
              </a:ext>
            </a:extLst>
          </p:cNvPr>
          <p:cNvCxnSpPr/>
          <p:nvPr/>
        </p:nvCxnSpPr>
        <p:spPr>
          <a:xfrm>
            <a:off x="3215771" y="2526722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FEF0FF90-DFBF-B66C-FCB1-39F4E2DAB31A}"/>
              </a:ext>
            </a:extLst>
          </p:cNvPr>
          <p:cNvCxnSpPr/>
          <p:nvPr/>
        </p:nvCxnSpPr>
        <p:spPr>
          <a:xfrm>
            <a:off x="3182433" y="2588634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252D991-5625-E13D-DF12-EA99EC5741F0}"/>
              </a:ext>
            </a:extLst>
          </p:cNvPr>
          <p:cNvCxnSpPr/>
          <p:nvPr/>
        </p:nvCxnSpPr>
        <p:spPr>
          <a:xfrm>
            <a:off x="3215771" y="2655309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189062D-BE9B-1246-A02E-5FEA714B647A}"/>
              </a:ext>
            </a:extLst>
          </p:cNvPr>
          <p:cNvCxnSpPr/>
          <p:nvPr/>
        </p:nvCxnSpPr>
        <p:spPr>
          <a:xfrm>
            <a:off x="3215771" y="2731509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CAD8393-512F-78E8-5138-F705E09DAF9F}"/>
              </a:ext>
            </a:extLst>
          </p:cNvPr>
          <p:cNvCxnSpPr/>
          <p:nvPr/>
        </p:nvCxnSpPr>
        <p:spPr>
          <a:xfrm>
            <a:off x="3215771" y="2798184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268690F-765D-28F5-B67E-97515267F5BC}"/>
              </a:ext>
            </a:extLst>
          </p:cNvPr>
          <p:cNvCxnSpPr/>
          <p:nvPr/>
        </p:nvCxnSpPr>
        <p:spPr>
          <a:xfrm>
            <a:off x="3215771" y="2869621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60614AD-D1C6-3588-8853-71B0D90D02C8}"/>
              </a:ext>
            </a:extLst>
          </p:cNvPr>
          <p:cNvCxnSpPr/>
          <p:nvPr/>
        </p:nvCxnSpPr>
        <p:spPr>
          <a:xfrm>
            <a:off x="3215771" y="2964871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626ACC6-94DA-B099-DEFD-2C51C5A29BEC}"/>
              </a:ext>
            </a:extLst>
          </p:cNvPr>
          <p:cNvCxnSpPr/>
          <p:nvPr/>
        </p:nvCxnSpPr>
        <p:spPr>
          <a:xfrm>
            <a:off x="3182433" y="3036309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C724A70-14B4-B2F6-98F8-4C15A862A46A}"/>
              </a:ext>
            </a:extLst>
          </p:cNvPr>
          <p:cNvCxnSpPr/>
          <p:nvPr/>
        </p:nvCxnSpPr>
        <p:spPr>
          <a:xfrm>
            <a:off x="3170529" y="3112509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0FC1E8F1-8DEC-D07A-0258-B3DC4A9366F6}"/>
              </a:ext>
            </a:extLst>
          </p:cNvPr>
          <p:cNvCxnSpPr/>
          <p:nvPr/>
        </p:nvCxnSpPr>
        <p:spPr>
          <a:xfrm>
            <a:off x="3170529" y="3183946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738D5787-74E0-9B7F-1A37-99CE66FFD5DF}"/>
              </a:ext>
            </a:extLst>
          </p:cNvPr>
          <p:cNvCxnSpPr/>
          <p:nvPr/>
        </p:nvCxnSpPr>
        <p:spPr>
          <a:xfrm>
            <a:off x="3182433" y="3260146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DB99C746-B2BD-23B4-691C-8B797CA73456}"/>
              </a:ext>
            </a:extLst>
          </p:cNvPr>
          <p:cNvCxnSpPr/>
          <p:nvPr/>
        </p:nvCxnSpPr>
        <p:spPr>
          <a:xfrm>
            <a:off x="3215771" y="3331584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66F1A4E-2B65-7B7B-84AB-C6F3CF4FF48B}"/>
              </a:ext>
            </a:extLst>
          </p:cNvPr>
          <p:cNvCxnSpPr/>
          <p:nvPr/>
        </p:nvCxnSpPr>
        <p:spPr>
          <a:xfrm>
            <a:off x="3241963" y="339825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B9C3EE6C-51A0-362E-81C5-B40AB16CD6F9}"/>
              </a:ext>
            </a:extLst>
          </p:cNvPr>
          <p:cNvCxnSpPr/>
          <p:nvPr/>
        </p:nvCxnSpPr>
        <p:spPr>
          <a:xfrm>
            <a:off x="3215771" y="3479220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15A3CD27-CB9E-FB01-871F-2253C135A4ED}"/>
              </a:ext>
            </a:extLst>
          </p:cNvPr>
          <p:cNvCxnSpPr/>
          <p:nvPr/>
        </p:nvCxnSpPr>
        <p:spPr>
          <a:xfrm>
            <a:off x="3215771" y="3555420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0822065-5A6B-902A-CD16-F9CCDC3F29F9}"/>
              </a:ext>
            </a:extLst>
          </p:cNvPr>
          <p:cNvCxnSpPr/>
          <p:nvPr/>
        </p:nvCxnSpPr>
        <p:spPr>
          <a:xfrm>
            <a:off x="3215771" y="3636382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33C14D9B-9202-D23E-B93A-8552491AE697}"/>
              </a:ext>
            </a:extLst>
          </p:cNvPr>
          <p:cNvCxnSpPr/>
          <p:nvPr/>
        </p:nvCxnSpPr>
        <p:spPr>
          <a:xfrm>
            <a:off x="3170529" y="3693532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0485AE02-6DD1-90A0-C067-DC30A0511591}"/>
              </a:ext>
            </a:extLst>
          </p:cNvPr>
          <p:cNvCxnSpPr/>
          <p:nvPr/>
        </p:nvCxnSpPr>
        <p:spPr>
          <a:xfrm>
            <a:off x="3215771" y="377925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B9B4E5C-DECC-3C04-A5AA-E2DA34DE027F}"/>
              </a:ext>
            </a:extLst>
          </p:cNvPr>
          <p:cNvCxnSpPr/>
          <p:nvPr/>
        </p:nvCxnSpPr>
        <p:spPr>
          <a:xfrm>
            <a:off x="3170529" y="3869744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8501E6EF-9593-0731-A6BB-32E89A90FED9}"/>
              </a:ext>
            </a:extLst>
          </p:cNvPr>
          <p:cNvCxnSpPr>
            <a:cxnSpLocks/>
          </p:cNvCxnSpPr>
          <p:nvPr/>
        </p:nvCxnSpPr>
        <p:spPr>
          <a:xfrm>
            <a:off x="54993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A4123E8-CFE1-6022-79E0-86DA80CE2D35}"/>
              </a:ext>
            </a:extLst>
          </p:cNvPr>
          <p:cNvCxnSpPr>
            <a:cxnSpLocks/>
          </p:cNvCxnSpPr>
          <p:nvPr/>
        </p:nvCxnSpPr>
        <p:spPr>
          <a:xfrm>
            <a:off x="5570825" y="-92364"/>
            <a:ext cx="0" cy="70943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B70364C-44E5-AF03-C05C-ABD123DB5758}"/>
              </a:ext>
            </a:extLst>
          </p:cNvPr>
          <p:cNvCxnSpPr>
            <a:cxnSpLocks/>
          </p:cNvCxnSpPr>
          <p:nvPr/>
        </p:nvCxnSpPr>
        <p:spPr>
          <a:xfrm>
            <a:off x="5642263" y="-92364"/>
            <a:ext cx="0" cy="70943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FFC47FD2-3A4D-B4A2-1E51-1D51A66802D1}"/>
              </a:ext>
            </a:extLst>
          </p:cNvPr>
          <p:cNvCxnSpPr>
            <a:cxnSpLocks/>
          </p:cNvCxnSpPr>
          <p:nvPr/>
        </p:nvCxnSpPr>
        <p:spPr>
          <a:xfrm>
            <a:off x="5713701" y="-92364"/>
            <a:ext cx="0" cy="72562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6F00E94-55CF-BDA6-3803-ECDE7BE42707}"/>
              </a:ext>
            </a:extLst>
          </p:cNvPr>
          <p:cNvCxnSpPr>
            <a:cxnSpLocks/>
          </p:cNvCxnSpPr>
          <p:nvPr/>
        </p:nvCxnSpPr>
        <p:spPr>
          <a:xfrm>
            <a:off x="5780376" y="0"/>
            <a:ext cx="0" cy="7311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8C5FD65-6497-7FF7-D522-9D6563E821DF}"/>
              </a:ext>
            </a:extLst>
          </p:cNvPr>
          <p:cNvCxnSpPr>
            <a:cxnSpLocks/>
          </p:cNvCxnSpPr>
          <p:nvPr/>
        </p:nvCxnSpPr>
        <p:spPr>
          <a:xfrm>
            <a:off x="5854196" y="-161421"/>
            <a:ext cx="0" cy="7556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16B13DC-E1EF-0028-B6DB-6806C5D63DA6}"/>
              </a:ext>
            </a:extLst>
          </p:cNvPr>
          <p:cNvCxnSpPr>
            <a:cxnSpLocks/>
          </p:cNvCxnSpPr>
          <p:nvPr/>
        </p:nvCxnSpPr>
        <p:spPr>
          <a:xfrm>
            <a:off x="5913726" y="0"/>
            <a:ext cx="0" cy="7463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2AB7486B-708A-EBB6-94DC-43AC3212D0AA}"/>
              </a:ext>
            </a:extLst>
          </p:cNvPr>
          <p:cNvCxnSpPr/>
          <p:nvPr/>
        </p:nvCxnSpPr>
        <p:spPr>
          <a:xfrm>
            <a:off x="3099092" y="6346244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25BE4DA-DEAE-0937-46B3-139703A59B94}"/>
              </a:ext>
            </a:extLst>
          </p:cNvPr>
          <p:cNvCxnSpPr/>
          <p:nvPr/>
        </p:nvCxnSpPr>
        <p:spPr>
          <a:xfrm>
            <a:off x="3099091" y="6279569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0B0A9F13-44D4-CF5B-AEC5-AD6A3051D3F7}"/>
              </a:ext>
            </a:extLst>
          </p:cNvPr>
          <p:cNvCxnSpPr/>
          <p:nvPr/>
        </p:nvCxnSpPr>
        <p:spPr>
          <a:xfrm>
            <a:off x="3132429" y="6198606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8B1336FC-FB77-9954-0805-59657B1D99FD}"/>
              </a:ext>
            </a:extLst>
          </p:cNvPr>
          <p:cNvCxnSpPr/>
          <p:nvPr/>
        </p:nvCxnSpPr>
        <p:spPr>
          <a:xfrm>
            <a:off x="3241963" y="6136694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25B959BD-83A4-305D-EC65-730C2BE3774E}"/>
              </a:ext>
            </a:extLst>
          </p:cNvPr>
          <p:cNvCxnSpPr/>
          <p:nvPr/>
        </p:nvCxnSpPr>
        <p:spPr>
          <a:xfrm>
            <a:off x="3215770" y="6060494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44FB747E-A9FC-AD92-F439-3B41FA105437}"/>
              </a:ext>
            </a:extLst>
          </p:cNvPr>
          <p:cNvCxnSpPr/>
          <p:nvPr/>
        </p:nvCxnSpPr>
        <p:spPr>
          <a:xfrm>
            <a:off x="3241963" y="5984294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B5A6D9C0-6244-C954-4A15-5CE31C88A978}"/>
              </a:ext>
            </a:extLst>
          </p:cNvPr>
          <p:cNvCxnSpPr/>
          <p:nvPr/>
        </p:nvCxnSpPr>
        <p:spPr>
          <a:xfrm>
            <a:off x="3365787" y="5908094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5C94488F-4DAF-38D7-146D-9F7A7A881D79}"/>
              </a:ext>
            </a:extLst>
          </p:cNvPr>
          <p:cNvCxnSpPr/>
          <p:nvPr/>
        </p:nvCxnSpPr>
        <p:spPr>
          <a:xfrm>
            <a:off x="3303880" y="5836656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BB0E1F00-A074-3D94-25D5-13E089E017F5}"/>
              </a:ext>
            </a:extLst>
          </p:cNvPr>
          <p:cNvCxnSpPr>
            <a:cxnSpLocks/>
          </p:cNvCxnSpPr>
          <p:nvPr/>
        </p:nvCxnSpPr>
        <p:spPr>
          <a:xfrm>
            <a:off x="5981197" y="0"/>
            <a:ext cx="0" cy="7613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ED467AE-EB7C-6809-B243-039F31B89562}"/>
              </a:ext>
            </a:extLst>
          </p:cNvPr>
          <p:cNvCxnSpPr>
            <a:cxnSpLocks/>
          </p:cNvCxnSpPr>
          <p:nvPr/>
        </p:nvCxnSpPr>
        <p:spPr>
          <a:xfrm>
            <a:off x="6066126" y="0"/>
            <a:ext cx="0" cy="76163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7E984A9-1128-A426-FF28-6F39DF4A997C}"/>
              </a:ext>
            </a:extLst>
          </p:cNvPr>
          <p:cNvCxnSpPr>
            <a:cxnSpLocks/>
          </p:cNvCxnSpPr>
          <p:nvPr/>
        </p:nvCxnSpPr>
        <p:spPr>
          <a:xfrm>
            <a:off x="6133597" y="-92364"/>
            <a:ext cx="0" cy="78724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F550EAC0-468D-4E96-2130-B6E71CC0031B}"/>
              </a:ext>
            </a:extLst>
          </p:cNvPr>
          <p:cNvCxnSpPr>
            <a:cxnSpLocks/>
          </p:cNvCxnSpPr>
          <p:nvPr/>
        </p:nvCxnSpPr>
        <p:spPr>
          <a:xfrm>
            <a:off x="6218526" y="-92364"/>
            <a:ext cx="0" cy="7861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09A9E68C-8930-D849-F975-F8A4921F2832}"/>
              </a:ext>
            </a:extLst>
          </p:cNvPr>
          <p:cNvCxnSpPr>
            <a:cxnSpLocks/>
          </p:cNvCxnSpPr>
          <p:nvPr/>
        </p:nvCxnSpPr>
        <p:spPr>
          <a:xfrm>
            <a:off x="6295883" y="-92364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2EF34326-A339-904C-AC1F-3D962EB0FA48}"/>
              </a:ext>
            </a:extLst>
          </p:cNvPr>
          <p:cNvCxnSpPr/>
          <p:nvPr/>
        </p:nvCxnSpPr>
        <p:spPr>
          <a:xfrm>
            <a:off x="3442125" y="5765410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304E8704-A125-3F81-D5AE-B2D1E0F53BC4}"/>
              </a:ext>
            </a:extLst>
          </p:cNvPr>
          <p:cNvCxnSpPr/>
          <p:nvPr/>
        </p:nvCxnSpPr>
        <p:spPr>
          <a:xfrm>
            <a:off x="3182432" y="5694651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1BE5F934-6E12-7DFC-F610-64C7CB81FA0C}"/>
              </a:ext>
            </a:extLst>
          </p:cNvPr>
          <p:cNvCxnSpPr/>
          <p:nvPr/>
        </p:nvCxnSpPr>
        <p:spPr>
          <a:xfrm>
            <a:off x="3234820" y="5612553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A7EEB390-21CD-C4E0-9A40-A03022A29BA4}"/>
              </a:ext>
            </a:extLst>
          </p:cNvPr>
          <p:cNvCxnSpPr/>
          <p:nvPr/>
        </p:nvCxnSpPr>
        <p:spPr>
          <a:xfrm>
            <a:off x="3341925" y="554130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0C8C941-AB44-2A28-91B0-606E14554D00}"/>
              </a:ext>
            </a:extLst>
          </p:cNvPr>
          <p:cNvCxnSpPr/>
          <p:nvPr/>
        </p:nvCxnSpPr>
        <p:spPr>
          <a:xfrm>
            <a:off x="3387220" y="548185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2AEEA9DE-0F71-2797-C62C-A622784C43AC}"/>
              </a:ext>
            </a:extLst>
          </p:cNvPr>
          <p:cNvCxnSpPr/>
          <p:nvPr/>
        </p:nvCxnSpPr>
        <p:spPr>
          <a:xfrm>
            <a:off x="3410915" y="539936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8A8EF53C-8C0F-DBBA-CC0C-4A06BABABEBC}"/>
              </a:ext>
            </a:extLst>
          </p:cNvPr>
          <p:cNvCxnSpPr/>
          <p:nvPr/>
        </p:nvCxnSpPr>
        <p:spPr>
          <a:xfrm>
            <a:off x="3341924" y="5331816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7012AF0F-C8E9-F550-B3DF-9DE5959A7BBD}"/>
              </a:ext>
            </a:extLst>
          </p:cNvPr>
          <p:cNvCxnSpPr/>
          <p:nvPr/>
        </p:nvCxnSpPr>
        <p:spPr>
          <a:xfrm>
            <a:off x="3341924" y="5246888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6A435966-E41D-00F6-94D4-1A6D699DDF30}"/>
              </a:ext>
            </a:extLst>
          </p:cNvPr>
          <p:cNvCxnSpPr/>
          <p:nvPr/>
        </p:nvCxnSpPr>
        <p:spPr>
          <a:xfrm>
            <a:off x="3480169" y="5167149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5F38C246-6E0E-AB95-15D2-89218CD3ABAE}"/>
              </a:ext>
            </a:extLst>
          </p:cNvPr>
          <p:cNvCxnSpPr/>
          <p:nvPr/>
        </p:nvCxnSpPr>
        <p:spPr>
          <a:xfrm>
            <a:off x="3666540" y="5087411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1AA7DC0F-A810-95CA-632D-CA3162C7E921}"/>
              </a:ext>
            </a:extLst>
          </p:cNvPr>
          <p:cNvCxnSpPr/>
          <p:nvPr/>
        </p:nvCxnSpPr>
        <p:spPr>
          <a:xfrm>
            <a:off x="3796292" y="5027489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AE4B1EE0-CA65-AE01-6CD7-4B49C6FEFE26}"/>
              </a:ext>
            </a:extLst>
          </p:cNvPr>
          <p:cNvCxnSpPr/>
          <p:nvPr/>
        </p:nvCxnSpPr>
        <p:spPr>
          <a:xfrm>
            <a:off x="3847249" y="4961984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A537003F-4ADB-6777-52A9-8C20187E0C68}"/>
              </a:ext>
            </a:extLst>
          </p:cNvPr>
          <p:cNvCxnSpPr/>
          <p:nvPr/>
        </p:nvCxnSpPr>
        <p:spPr>
          <a:xfrm>
            <a:off x="3855743" y="4891602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FDF792DE-C550-8168-0108-FAF1358AD63F}"/>
              </a:ext>
            </a:extLst>
          </p:cNvPr>
          <p:cNvCxnSpPr/>
          <p:nvPr/>
        </p:nvCxnSpPr>
        <p:spPr>
          <a:xfrm>
            <a:off x="3850081" y="4809584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899F5B8-15FC-7059-11A4-D5C0C6CB1F71}"/>
              </a:ext>
            </a:extLst>
          </p:cNvPr>
          <p:cNvCxnSpPr/>
          <p:nvPr/>
        </p:nvCxnSpPr>
        <p:spPr>
          <a:xfrm>
            <a:off x="3804785" y="4733069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79C11E95-1231-A402-C39C-6518E8D12611}"/>
              </a:ext>
            </a:extLst>
          </p:cNvPr>
          <p:cNvCxnSpPr/>
          <p:nvPr/>
        </p:nvCxnSpPr>
        <p:spPr>
          <a:xfrm>
            <a:off x="3793461" y="466194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9881655E-931A-4388-B5A1-8527DD1050C2}"/>
              </a:ext>
            </a:extLst>
          </p:cNvPr>
          <p:cNvCxnSpPr/>
          <p:nvPr/>
        </p:nvCxnSpPr>
        <p:spPr>
          <a:xfrm>
            <a:off x="3782138" y="4591522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C016E083-3A62-4A0E-114A-1C4A767AD49E}"/>
              </a:ext>
            </a:extLst>
          </p:cNvPr>
          <p:cNvCxnSpPr/>
          <p:nvPr/>
        </p:nvCxnSpPr>
        <p:spPr>
          <a:xfrm>
            <a:off x="3793461" y="4520747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5DB4C285-EF2E-CF84-DD62-B03B55965D7C}"/>
              </a:ext>
            </a:extLst>
          </p:cNvPr>
          <p:cNvCxnSpPr/>
          <p:nvPr/>
        </p:nvCxnSpPr>
        <p:spPr>
          <a:xfrm>
            <a:off x="3917552" y="4443840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6DFFCEAC-5099-5BD7-40D3-408C6D5A5D7D}"/>
              </a:ext>
            </a:extLst>
          </p:cNvPr>
          <p:cNvCxnSpPr/>
          <p:nvPr/>
        </p:nvCxnSpPr>
        <p:spPr>
          <a:xfrm>
            <a:off x="3917551" y="4356063"/>
            <a:ext cx="6326909" cy="0"/>
          </a:xfrm>
          <a:prstGeom prst="line">
            <a:avLst/>
          </a:prstGeom>
          <a:ln>
            <a:solidFill>
              <a:srgbClr val="5B403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BFD8D8A8-A8E4-1218-DB1B-7D1A08F92009}"/>
              </a:ext>
            </a:extLst>
          </p:cNvPr>
          <p:cNvCxnSpPr/>
          <p:nvPr/>
        </p:nvCxnSpPr>
        <p:spPr>
          <a:xfrm>
            <a:off x="3948692" y="4288136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3FA15AB2-28B1-DB13-E769-FBBE9B86487F}"/>
              </a:ext>
            </a:extLst>
          </p:cNvPr>
          <p:cNvCxnSpPr/>
          <p:nvPr/>
        </p:nvCxnSpPr>
        <p:spPr>
          <a:xfrm>
            <a:off x="3950585" y="4207676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609DF4FF-4B41-024C-F4C0-4DB62853E532}"/>
              </a:ext>
            </a:extLst>
          </p:cNvPr>
          <p:cNvCxnSpPr/>
          <p:nvPr/>
        </p:nvCxnSpPr>
        <p:spPr>
          <a:xfrm>
            <a:off x="3981823" y="4139522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1290B3A7-4BCB-61DC-7A7C-CB27C16D9457}"/>
              </a:ext>
            </a:extLst>
          </p:cNvPr>
          <p:cNvCxnSpPr/>
          <p:nvPr/>
        </p:nvCxnSpPr>
        <p:spPr>
          <a:xfrm>
            <a:off x="3998861" y="4068529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D50668BF-5252-E714-27DF-45E49A17F95F}"/>
              </a:ext>
            </a:extLst>
          </p:cNvPr>
          <p:cNvCxnSpPr/>
          <p:nvPr/>
        </p:nvCxnSpPr>
        <p:spPr>
          <a:xfrm>
            <a:off x="3976143" y="4008894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B37E89F7-55FC-5C6E-6CD4-49A6FAFF4B0A}"/>
              </a:ext>
            </a:extLst>
          </p:cNvPr>
          <p:cNvCxnSpPr/>
          <p:nvPr/>
        </p:nvCxnSpPr>
        <p:spPr>
          <a:xfrm>
            <a:off x="3961944" y="3937900"/>
            <a:ext cx="6326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682E792E-8362-5486-E640-00EE92D219F2}"/>
              </a:ext>
            </a:extLst>
          </p:cNvPr>
          <p:cNvCxnSpPr>
            <a:cxnSpLocks/>
          </p:cNvCxnSpPr>
          <p:nvPr/>
        </p:nvCxnSpPr>
        <p:spPr>
          <a:xfrm>
            <a:off x="636573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286194D2-559B-C4EA-4968-701920E189EF}"/>
              </a:ext>
            </a:extLst>
          </p:cNvPr>
          <p:cNvCxnSpPr>
            <a:cxnSpLocks/>
          </p:cNvCxnSpPr>
          <p:nvPr/>
        </p:nvCxnSpPr>
        <p:spPr>
          <a:xfrm>
            <a:off x="644193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BB9B25A8-0DCA-3D46-13AE-06A6CCFE026D}"/>
              </a:ext>
            </a:extLst>
          </p:cNvPr>
          <p:cNvCxnSpPr>
            <a:cxnSpLocks/>
          </p:cNvCxnSpPr>
          <p:nvPr/>
        </p:nvCxnSpPr>
        <p:spPr>
          <a:xfrm>
            <a:off x="651178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763A3BE-0BD2-B544-C382-DC626332FED7}"/>
              </a:ext>
            </a:extLst>
          </p:cNvPr>
          <p:cNvCxnSpPr>
            <a:cxnSpLocks/>
          </p:cNvCxnSpPr>
          <p:nvPr/>
        </p:nvCxnSpPr>
        <p:spPr>
          <a:xfrm>
            <a:off x="658163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B3C49A57-BE1B-08BB-D28B-E4BFA25B4AD1}"/>
              </a:ext>
            </a:extLst>
          </p:cNvPr>
          <p:cNvCxnSpPr>
            <a:cxnSpLocks/>
          </p:cNvCxnSpPr>
          <p:nvPr/>
        </p:nvCxnSpPr>
        <p:spPr>
          <a:xfrm>
            <a:off x="665783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9EBDC46A-5BDC-5BC0-547F-9EC869A773BA}"/>
              </a:ext>
            </a:extLst>
          </p:cNvPr>
          <p:cNvCxnSpPr>
            <a:cxnSpLocks/>
          </p:cNvCxnSpPr>
          <p:nvPr/>
        </p:nvCxnSpPr>
        <p:spPr>
          <a:xfrm>
            <a:off x="6721333" y="72736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408016A6-963F-20BF-3A38-BD7BA7C27DBE}"/>
              </a:ext>
            </a:extLst>
          </p:cNvPr>
          <p:cNvCxnSpPr>
            <a:cxnSpLocks/>
          </p:cNvCxnSpPr>
          <p:nvPr/>
        </p:nvCxnSpPr>
        <p:spPr>
          <a:xfrm>
            <a:off x="679118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089F0E4A-B3A2-C732-9ED7-483A64CCC68E}"/>
              </a:ext>
            </a:extLst>
          </p:cNvPr>
          <p:cNvCxnSpPr>
            <a:cxnSpLocks/>
          </p:cNvCxnSpPr>
          <p:nvPr/>
        </p:nvCxnSpPr>
        <p:spPr>
          <a:xfrm>
            <a:off x="688008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3251EE82-2392-C0FD-85B5-50AE438A3A7D}"/>
              </a:ext>
            </a:extLst>
          </p:cNvPr>
          <p:cNvCxnSpPr>
            <a:cxnSpLocks/>
          </p:cNvCxnSpPr>
          <p:nvPr/>
        </p:nvCxnSpPr>
        <p:spPr>
          <a:xfrm>
            <a:off x="6962633" y="-47914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DE6D9685-88E0-BC2C-BE3F-FCA04807EAFC}"/>
              </a:ext>
            </a:extLst>
          </p:cNvPr>
          <p:cNvCxnSpPr>
            <a:cxnSpLocks/>
          </p:cNvCxnSpPr>
          <p:nvPr/>
        </p:nvCxnSpPr>
        <p:spPr>
          <a:xfrm>
            <a:off x="703883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F3E6CB78-5DAB-5F7D-BCD0-7D1460ED439C}"/>
              </a:ext>
            </a:extLst>
          </p:cNvPr>
          <p:cNvCxnSpPr>
            <a:cxnSpLocks/>
          </p:cNvCxnSpPr>
          <p:nvPr/>
        </p:nvCxnSpPr>
        <p:spPr>
          <a:xfrm>
            <a:off x="7108683" y="79086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A1B54372-9798-C178-314A-96809AF484B6}"/>
              </a:ext>
            </a:extLst>
          </p:cNvPr>
          <p:cNvCxnSpPr>
            <a:cxnSpLocks/>
          </p:cNvCxnSpPr>
          <p:nvPr/>
        </p:nvCxnSpPr>
        <p:spPr>
          <a:xfrm>
            <a:off x="7178533" y="79086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2EF01098-387E-D562-15E2-3615D3DB96BE}"/>
              </a:ext>
            </a:extLst>
          </p:cNvPr>
          <p:cNvCxnSpPr>
            <a:cxnSpLocks/>
          </p:cNvCxnSpPr>
          <p:nvPr/>
        </p:nvCxnSpPr>
        <p:spPr>
          <a:xfrm>
            <a:off x="7254733" y="72736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B5535C8D-1DC2-5AD1-E2F0-DA85E663DE2A}"/>
              </a:ext>
            </a:extLst>
          </p:cNvPr>
          <p:cNvCxnSpPr>
            <a:cxnSpLocks/>
          </p:cNvCxnSpPr>
          <p:nvPr/>
        </p:nvCxnSpPr>
        <p:spPr>
          <a:xfrm>
            <a:off x="7324583" y="148936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260E1BF7-4221-825E-9968-1F7C9509C4F4}"/>
              </a:ext>
            </a:extLst>
          </p:cNvPr>
          <p:cNvCxnSpPr>
            <a:cxnSpLocks/>
          </p:cNvCxnSpPr>
          <p:nvPr/>
        </p:nvCxnSpPr>
        <p:spPr>
          <a:xfrm>
            <a:off x="7381733" y="117186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FE399826-4F98-AA14-F8A0-DF045D850E6D}"/>
              </a:ext>
            </a:extLst>
          </p:cNvPr>
          <p:cNvCxnSpPr>
            <a:cxnSpLocks/>
          </p:cNvCxnSpPr>
          <p:nvPr/>
        </p:nvCxnSpPr>
        <p:spPr>
          <a:xfrm>
            <a:off x="7457933" y="161636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3F9882EE-0F86-338E-E549-5AE9FA64440E}"/>
              </a:ext>
            </a:extLst>
          </p:cNvPr>
          <p:cNvCxnSpPr>
            <a:cxnSpLocks/>
          </p:cNvCxnSpPr>
          <p:nvPr/>
        </p:nvCxnSpPr>
        <p:spPr>
          <a:xfrm>
            <a:off x="7534133" y="174336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D8A826BA-EFA5-0FDA-E2B7-7DF2FF251BFD}"/>
              </a:ext>
            </a:extLst>
          </p:cNvPr>
          <p:cNvCxnSpPr>
            <a:cxnSpLocks/>
          </p:cNvCxnSpPr>
          <p:nvPr/>
        </p:nvCxnSpPr>
        <p:spPr>
          <a:xfrm>
            <a:off x="7597633" y="221673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95E682AA-06C2-5264-0CA1-7E1E04C11E6C}"/>
              </a:ext>
            </a:extLst>
          </p:cNvPr>
          <p:cNvCxnSpPr>
            <a:cxnSpLocks/>
          </p:cNvCxnSpPr>
          <p:nvPr/>
        </p:nvCxnSpPr>
        <p:spPr>
          <a:xfrm>
            <a:off x="7692883" y="221673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43A0AB63-4577-0FF4-5825-ECCB9B394A3C}"/>
              </a:ext>
            </a:extLst>
          </p:cNvPr>
          <p:cNvCxnSpPr>
            <a:cxnSpLocks/>
          </p:cNvCxnSpPr>
          <p:nvPr/>
        </p:nvCxnSpPr>
        <p:spPr>
          <a:xfrm>
            <a:off x="541323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281199C0-207B-A8F1-D0FD-D9075AA36307}"/>
              </a:ext>
            </a:extLst>
          </p:cNvPr>
          <p:cNvCxnSpPr>
            <a:cxnSpLocks/>
          </p:cNvCxnSpPr>
          <p:nvPr/>
        </p:nvCxnSpPr>
        <p:spPr>
          <a:xfrm>
            <a:off x="5330683" y="-92364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ACB99F5C-D436-1DE5-2CCF-4EABE7705BFE}"/>
              </a:ext>
            </a:extLst>
          </p:cNvPr>
          <p:cNvCxnSpPr>
            <a:cxnSpLocks/>
          </p:cNvCxnSpPr>
          <p:nvPr/>
        </p:nvCxnSpPr>
        <p:spPr>
          <a:xfrm>
            <a:off x="5260833" y="-92364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2050F819-E3A0-364F-AE77-647FEA60B08B}"/>
              </a:ext>
            </a:extLst>
          </p:cNvPr>
          <p:cNvCxnSpPr>
            <a:cxnSpLocks/>
          </p:cNvCxnSpPr>
          <p:nvPr/>
        </p:nvCxnSpPr>
        <p:spPr>
          <a:xfrm>
            <a:off x="519098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7A3B8DF0-30AB-1425-941B-4FFAADC830BF}"/>
              </a:ext>
            </a:extLst>
          </p:cNvPr>
          <p:cNvCxnSpPr>
            <a:cxnSpLocks/>
          </p:cNvCxnSpPr>
          <p:nvPr/>
        </p:nvCxnSpPr>
        <p:spPr>
          <a:xfrm>
            <a:off x="512113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ECEE86B0-8924-441C-2943-81CC07756BE3}"/>
              </a:ext>
            </a:extLst>
          </p:cNvPr>
          <p:cNvCxnSpPr>
            <a:cxnSpLocks/>
          </p:cNvCxnSpPr>
          <p:nvPr/>
        </p:nvCxnSpPr>
        <p:spPr>
          <a:xfrm>
            <a:off x="503223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0A5AD8A4-2E11-CC40-C864-21A46B073127}"/>
              </a:ext>
            </a:extLst>
          </p:cNvPr>
          <p:cNvCxnSpPr>
            <a:cxnSpLocks/>
          </p:cNvCxnSpPr>
          <p:nvPr/>
        </p:nvCxnSpPr>
        <p:spPr>
          <a:xfrm>
            <a:off x="4968733" y="104486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3FDEA7DD-9D61-2BD6-B605-DD3C702E6121}"/>
              </a:ext>
            </a:extLst>
          </p:cNvPr>
          <p:cNvCxnSpPr>
            <a:cxnSpLocks/>
          </p:cNvCxnSpPr>
          <p:nvPr/>
        </p:nvCxnSpPr>
        <p:spPr>
          <a:xfrm>
            <a:off x="489888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6BFEC105-F699-B9C7-D0E0-9EA00D97F145}"/>
              </a:ext>
            </a:extLst>
          </p:cNvPr>
          <p:cNvCxnSpPr>
            <a:cxnSpLocks/>
          </p:cNvCxnSpPr>
          <p:nvPr/>
        </p:nvCxnSpPr>
        <p:spPr>
          <a:xfrm>
            <a:off x="482903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29DF4517-80EC-8519-87FD-A5843A86D4F9}"/>
              </a:ext>
            </a:extLst>
          </p:cNvPr>
          <p:cNvCxnSpPr>
            <a:cxnSpLocks/>
          </p:cNvCxnSpPr>
          <p:nvPr/>
        </p:nvCxnSpPr>
        <p:spPr>
          <a:xfrm>
            <a:off x="4746483" y="117186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EAA339E1-002B-7C78-1E28-6DC19D2265B4}"/>
              </a:ext>
            </a:extLst>
          </p:cNvPr>
          <p:cNvCxnSpPr>
            <a:cxnSpLocks/>
          </p:cNvCxnSpPr>
          <p:nvPr/>
        </p:nvCxnSpPr>
        <p:spPr>
          <a:xfrm>
            <a:off x="4682983" y="0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5F74884B-033E-3056-29E3-BA6B526BC4FC}"/>
              </a:ext>
            </a:extLst>
          </p:cNvPr>
          <p:cNvCxnSpPr>
            <a:cxnSpLocks/>
          </p:cNvCxnSpPr>
          <p:nvPr/>
        </p:nvCxnSpPr>
        <p:spPr>
          <a:xfrm>
            <a:off x="4594083" y="123536"/>
            <a:ext cx="0" cy="801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A02F1FB6-7B0A-A68D-9066-1B58263F394F}"/>
              </a:ext>
            </a:extLst>
          </p:cNvPr>
          <p:cNvCxnSpPr/>
          <p:nvPr/>
        </p:nvCxnSpPr>
        <p:spPr>
          <a:xfrm>
            <a:off x="4503371" y="2089762"/>
            <a:ext cx="0" cy="740569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212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10205</TotalTime>
  <Words>69</Words>
  <Application>Microsoft Office PowerPoint</Application>
  <PresentationFormat>와이드스크린</PresentationFormat>
  <Paragraphs>34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유준 오</dc:creator>
  <cp:lastModifiedBy>유준 오</cp:lastModifiedBy>
  <cp:revision>12</cp:revision>
  <dcterms:created xsi:type="dcterms:W3CDTF">2024-07-17T18:47:28Z</dcterms:created>
  <dcterms:modified xsi:type="dcterms:W3CDTF">2025-02-23T15:19:31Z</dcterms:modified>
</cp:coreProperties>
</file>